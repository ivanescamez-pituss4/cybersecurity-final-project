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0693400" cy="75628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 object 16"/>
          <p:cNvPicPr/>
          <p:nvPr/>
        </p:nvPicPr>
        <p:blipFill>
          <a:blip r:embed="rId2"/>
          <a:stretch/>
        </p:blipFill>
        <p:spPr>
          <a:xfrm>
            <a:off x="0" y="0"/>
            <a:ext cx="10691280" cy="755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802080" y="2344320"/>
            <a:ext cx="9088560" cy="396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s-ES" sz="26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ftr" idx="1"/>
          </p:nvPr>
        </p:nvSpPr>
        <p:spPr>
          <a:xfrm>
            <a:off x="3635640" y="7033320"/>
            <a:ext cx="3421080" cy="3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2"/>
          </p:nvPr>
        </p:nvSpPr>
        <p:spPr>
          <a:xfrm>
            <a:off x="534600" y="7033320"/>
            <a:ext cx="2458800" cy="3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3"/>
          </p:nvPr>
        </p:nvSpPr>
        <p:spPr>
          <a:xfrm>
            <a:off x="7699320" y="7033320"/>
            <a:ext cx="2458800" cy="3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D8FF780-CA9F-4D13-A02F-9A8814EED029}" type="slidenum">
              <a:rPr lang="es-E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1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g object 16" hidden="1"/>
          <p:cNvPicPr/>
          <p:nvPr/>
        </p:nvPicPr>
        <p:blipFill>
          <a:blip r:embed="rId2"/>
          <a:stretch/>
        </p:blipFill>
        <p:spPr>
          <a:xfrm>
            <a:off x="0" y="0"/>
            <a:ext cx="10691280" cy="755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" name="bg object 16"/>
          <p:cNvPicPr/>
          <p:nvPr/>
        </p:nvPicPr>
        <p:blipFill>
          <a:blip r:embed="rId3"/>
          <a:stretch/>
        </p:blipFill>
        <p:spPr>
          <a:xfrm>
            <a:off x="0" y="0"/>
            <a:ext cx="10691280" cy="755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bg object 17"/>
          <p:cNvSpPr/>
          <p:nvPr/>
        </p:nvSpPr>
        <p:spPr>
          <a:xfrm>
            <a:off x="720000" y="900000"/>
            <a:ext cx="46800" cy="329400"/>
          </a:xfrm>
          <a:custGeom>
            <a:avLst/>
            <a:gdLst>
              <a:gd name="textAreaLeft" fmla="*/ 0 w 46800"/>
              <a:gd name="textAreaRight" fmla="*/ 47520 w 46800"/>
              <a:gd name="textAreaTop" fmla="*/ 0 h 329400"/>
              <a:gd name="textAreaBottom" fmla="*/ 330120 h 329400"/>
            </a:gdLst>
            <a:ahLst/>
            <a:cxnLst/>
            <a:rect l="textAreaLeft" t="textAreaTop" r="textAreaRight" b="textAreaBottom"/>
            <a:pathLst>
              <a:path w="47625" h="330200">
                <a:moveTo>
                  <a:pt x="47625" y="330203"/>
                </a:moveTo>
                <a:lnTo>
                  <a:pt x="0" y="330203"/>
                </a:lnTo>
                <a:lnTo>
                  <a:pt x="0" y="0"/>
                </a:lnTo>
                <a:lnTo>
                  <a:pt x="47625" y="0"/>
                </a:lnTo>
                <a:lnTo>
                  <a:pt x="47625" y="330203"/>
                </a:ln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69400" y="797760"/>
            <a:ext cx="6562080" cy="42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s-ES" sz="26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56640" y="1526040"/>
            <a:ext cx="5135760" cy="263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5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5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5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5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5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5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5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Segundo nivel del esquema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9144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Tercer nivel del esquema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Cuarto nivel del esquema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nivel del esquema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Sexto nivel del esquema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Séptimo nivel del esquema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ftr" idx="4"/>
          </p:nvPr>
        </p:nvSpPr>
        <p:spPr>
          <a:xfrm>
            <a:off x="3635640" y="7033320"/>
            <a:ext cx="3421080" cy="3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dt" idx="5"/>
          </p:nvPr>
        </p:nvSpPr>
        <p:spPr>
          <a:xfrm>
            <a:off x="534600" y="7033320"/>
            <a:ext cx="2458800" cy="3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6"/>
          </p:nvPr>
        </p:nvSpPr>
        <p:spPr>
          <a:xfrm>
            <a:off x="7699320" y="7033320"/>
            <a:ext cx="2458800" cy="3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AFBD4FB-8BC4-4DF6-A320-77A5FCEA5A4C}" type="slidenum">
              <a:rPr lang="es-E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1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bg object 16" hidden="1"/>
          <p:cNvPicPr/>
          <p:nvPr/>
        </p:nvPicPr>
        <p:blipFill>
          <a:blip r:embed="rId2"/>
          <a:stretch/>
        </p:blipFill>
        <p:spPr>
          <a:xfrm>
            <a:off x="0" y="0"/>
            <a:ext cx="10691280" cy="755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bg object 16"/>
          <p:cNvPicPr/>
          <p:nvPr/>
        </p:nvPicPr>
        <p:blipFill>
          <a:blip r:embed="rId3"/>
          <a:stretch/>
        </p:blipFill>
        <p:spPr>
          <a:xfrm>
            <a:off x="0" y="0"/>
            <a:ext cx="10691280" cy="755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bg object 17"/>
          <p:cNvSpPr/>
          <p:nvPr/>
        </p:nvSpPr>
        <p:spPr>
          <a:xfrm>
            <a:off x="720000" y="900000"/>
            <a:ext cx="46800" cy="329400"/>
          </a:xfrm>
          <a:custGeom>
            <a:avLst/>
            <a:gdLst>
              <a:gd name="textAreaLeft" fmla="*/ 0 w 46800"/>
              <a:gd name="textAreaRight" fmla="*/ 47520 w 46800"/>
              <a:gd name="textAreaTop" fmla="*/ 0 h 329400"/>
              <a:gd name="textAreaBottom" fmla="*/ 330120 h 329400"/>
            </a:gdLst>
            <a:ahLst/>
            <a:cxnLst/>
            <a:rect l="textAreaLeft" t="textAreaTop" r="textAreaRight" b="textAreaBottom"/>
            <a:pathLst>
              <a:path w="47625" h="330200">
                <a:moveTo>
                  <a:pt x="47625" y="330203"/>
                </a:moveTo>
                <a:lnTo>
                  <a:pt x="0" y="330203"/>
                </a:lnTo>
                <a:lnTo>
                  <a:pt x="0" y="0"/>
                </a:lnTo>
                <a:lnTo>
                  <a:pt x="47625" y="0"/>
                </a:lnTo>
                <a:lnTo>
                  <a:pt x="47625" y="330203"/>
                </a:ln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69400" y="797760"/>
            <a:ext cx="6562080" cy="42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s-ES" sz="26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34600" y="1739520"/>
            <a:ext cx="4650840" cy="226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5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5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5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5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5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5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5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Segundo nivel del esquema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9144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Tercer nivel del esquema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Cuarto nivel del esquema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nivel del esquema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Sexto nivel del esquema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Séptimo nivel del esquema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507280" y="1739520"/>
            <a:ext cx="4650840" cy="226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5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5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5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5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5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5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5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Segundo nivel del esquema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9144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Tercer nivel del esquema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Cuarto nivel del esquema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nivel del esquema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Sexto nivel del esquema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Séptimo nivel del esquema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7"/>
          </p:nvPr>
        </p:nvSpPr>
        <p:spPr>
          <a:xfrm>
            <a:off x="3635640" y="7033320"/>
            <a:ext cx="3421080" cy="3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dt" idx="8"/>
          </p:nvPr>
        </p:nvSpPr>
        <p:spPr>
          <a:xfrm>
            <a:off x="534600" y="7033320"/>
            <a:ext cx="2458800" cy="3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sldNum" idx="9"/>
          </p:nvPr>
        </p:nvSpPr>
        <p:spPr>
          <a:xfrm>
            <a:off x="7699320" y="7033320"/>
            <a:ext cx="2458800" cy="3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BCBC20A-0E70-4A17-A9CE-15B2F86555C3}" type="slidenum">
              <a:rPr lang="es-E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1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bg object 16" hidden="1"/>
          <p:cNvPicPr/>
          <p:nvPr/>
        </p:nvPicPr>
        <p:blipFill>
          <a:blip r:embed="rId2"/>
          <a:stretch/>
        </p:blipFill>
        <p:spPr>
          <a:xfrm>
            <a:off x="0" y="0"/>
            <a:ext cx="10691280" cy="755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" name="bg object 16"/>
          <p:cNvPicPr/>
          <p:nvPr/>
        </p:nvPicPr>
        <p:blipFill>
          <a:blip r:embed="rId3"/>
          <a:stretch/>
        </p:blipFill>
        <p:spPr>
          <a:xfrm>
            <a:off x="0" y="0"/>
            <a:ext cx="10691280" cy="755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bg object 17"/>
          <p:cNvSpPr/>
          <p:nvPr/>
        </p:nvSpPr>
        <p:spPr>
          <a:xfrm>
            <a:off x="5060160" y="3057480"/>
            <a:ext cx="570960" cy="37440"/>
          </a:xfrm>
          <a:custGeom>
            <a:avLst/>
            <a:gdLst>
              <a:gd name="textAreaLeft" fmla="*/ 0 w 570960"/>
              <a:gd name="textAreaRight" fmla="*/ 571680 w 570960"/>
              <a:gd name="textAreaTop" fmla="*/ 0 h 37440"/>
              <a:gd name="textAreaBottom" fmla="*/ 38160 h 37440"/>
            </a:gdLst>
            <a:ahLst/>
            <a:cxnLst/>
            <a:rect l="textAreaLeft" t="textAreaTop" r="textAreaRight" b="textAreaBottom"/>
            <a:pathLst>
              <a:path w="571500" h="38100">
                <a:moveTo>
                  <a:pt x="571500" y="38099"/>
                </a:moveTo>
                <a:lnTo>
                  <a:pt x="0" y="38099"/>
                </a:lnTo>
                <a:lnTo>
                  <a:pt x="0" y="0"/>
                </a:lnTo>
                <a:lnTo>
                  <a:pt x="571500" y="0"/>
                </a:lnTo>
                <a:lnTo>
                  <a:pt x="571500" y="38099"/>
                </a:ln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69400" y="797760"/>
            <a:ext cx="6562080" cy="42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s-ES" sz="26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ftr" idx="10"/>
          </p:nvPr>
        </p:nvSpPr>
        <p:spPr>
          <a:xfrm>
            <a:off x="3635640" y="7033320"/>
            <a:ext cx="3421080" cy="3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1"/>
          </p:nvPr>
        </p:nvSpPr>
        <p:spPr>
          <a:xfrm>
            <a:off x="534600" y="7033320"/>
            <a:ext cx="2458800" cy="3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sldNum" idx="12"/>
          </p:nvPr>
        </p:nvSpPr>
        <p:spPr>
          <a:xfrm>
            <a:off x="7699320" y="7033320"/>
            <a:ext cx="2458800" cy="3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26D4685-B15B-4D95-AF8B-8A5260AC508F}" type="slidenum">
              <a:rPr lang="es-E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1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534600" y="1769400"/>
            <a:ext cx="9623160" cy="4385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Segundo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Tercer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Cuarto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Sexto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Séptimo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bg object 16"/>
          <p:cNvPicPr/>
          <p:nvPr/>
        </p:nvPicPr>
        <p:blipFill>
          <a:blip r:embed="rId2"/>
          <a:stretch/>
        </p:blipFill>
        <p:spPr>
          <a:xfrm>
            <a:off x="0" y="0"/>
            <a:ext cx="10691280" cy="755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ftr" idx="13"/>
          </p:nvPr>
        </p:nvSpPr>
        <p:spPr>
          <a:xfrm>
            <a:off x="3635640" y="7033320"/>
            <a:ext cx="3421080" cy="3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dt" idx="14"/>
          </p:nvPr>
        </p:nvSpPr>
        <p:spPr>
          <a:xfrm>
            <a:off x="534600" y="7033320"/>
            <a:ext cx="2458800" cy="3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sldNum" idx="15"/>
          </p:nvPr>
        </p:nvSpPr>
        <p:spPr>
          <a:xfrm>
            <a:off x="7699320" y="7033320"/>
            <a:ext cx="2458800" cy="3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C438603-89BE-4FDE-AA63-226C60CC7CE1}" type="slidenum">
              <a:rPr lang="es-E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&lt;número&gt;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object 2"/>
          <p:cNvPicPr/>
          <p:nvPr/>
        </p:nvPicPr>
        <p:blipFill>
          <a:blip r:embed="rId1"/>
          <a:stretch/>
        </p:blipFill>
        <p:spPr>
          <a:xfrm>
            <a:off x="0" y="0"/>
            <a:ext cx="10691280" cy="755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object 3"/>
          <p:cNvSpPr/>
          <p:nvPr/>
        </p:nvSpPr>
        <p:spPr>
          <a:xfrm>
            <a:off x="720000" y="4239360"/>
            <a:ext cx="9252000" cy="8640"/>
          </a:xfrm>
          <a:custGeom>
            <a:avLst/>
            <a:gdLst>
              <a:gd name="textAreaLeft" fmla="*/ 0 w 9252000"/>
              <a:gd name="textAreaRight" fmla="*/ 9252720 w 9252000"/>
              <a:gd name="textAreaTop" fmla="*/ 0 h 8640"/>
              <a:gd name="textAreaBottom" fmla="*/ 9360 h 8640"/>
            </a:gdLst>
            <a:ahLst/>
            <a:cxnLst/>
            <a:rect l="textAreaLeft" t="textAreaTop" r="textAreaRight" b="textAreaBottom"/>
            <a:pathLst>
              <a:path w="9252585" h="9525">
                <a:moveTo>
                  <a:pt x="9252000" y="9525"/>
                </a:moveTo>
                <a:lnTo>
                  <a:pt x="0" y="9525"/>
                </a:lnTo>
                <a:lnTo>
                  <a:pt x="0" y="0"/>
                </a:lnTo>
                <a:lnTo>
                  <a:pt x="9252000" y="0"/>
                </a:lnTo>
                <a:lnTo>
                  <a:pt x="9252000" y="9525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8" name="object 4"/>
          <p:cNvGrpSpPr/>
          <p:nvPr/>
        </p:nvGrpSpPr>
        <p:grpSpPr>
          <a:xfrm>
            <a:off x="3420000" y="540000"/>
            <a:ext cx="3419640" cy="1439640"/>
            <a:chOff x="3420000" y="540000"/>
            <a:chExt cx="3419640" cy="1439640"/>
          </a:xfrm>
        </p:grpSpPr>
        <p:sp>
          <p:nvSpPr>
            <p:cNvPr id="39" name="object 5"/>
            <p:cNvSpPr/>
            <p:nvPr/>
          </p:nvSpPr>
          <p:spPr>
            <a:xfrm>
              <a:off x="3420000" y="540000"/>
              <a:ext cx="3419640" cy="1439640"/>
            </a:xfrm>
            <a:custGeom>
              <a:avLst/>
              <a:gdLst>
                <a:gd name="textAreaLeft" fmla="*/ 0 w 3419640"/>
                <a:gd name="textAreaRight" fmla="*/ 3420360 w 3419640"/>
                <a:gd name="textAreaTop" fmla="*/ 0 h 1439640"/>
                <a:gd name="textAreaBottom" fmla="*/ 1440360 h 1439640"/>
              </a:gdLst>
              <a:ahLst/>
              <a:cxnLst/>
              <a:rect l="textAreaLeft" t="textAreaTop" r="textAreaRight" b="textAreaBottom"/>
              <a:pathLst>
                <a:path w="2701290" h="273050">
                  <a:moveTo>
                    <a:pt x="2564313" y="273053"/>
                  </a:moveTo>
                  <a:lnTo>
                    <a:pt x="136526" y="273053"/>
                  </a:lnTo>
                  <a:lnTo>
                    <a:pt x="93493" y="266062"/>
                  </a:lnTo>
                  <a:lnTo>
                    <a:pt x="56030" y="246621"/>
                  </a:lnTo>
                  <a:lnTo>
                    <a:pt x="26431" y="217022"/>
                  </a:lnTo>
                  <a:lnTo>
                    <a:pt x="6990" y="179559"/>
                  </a:lnTo>
                  <a:lnTo>
                    <a:pt x="0" y="136526"/>
                  </a:lnTo>
                  <a:lnTo>
                    <a:pt x="6990" y="93493"/>
                  </a:lnTo>
                  <a:lnTo>
                    <a:pt x="26431" y="56030"/>
                  </a:lnTo>
                  <a:lnTo>
                    <a:pt x="56030" y="26431"/>
                  </a:lnTo>
                  <a:lnTo>
                    <a:pt x="93493" y="6990"/>
                  </a:lnTo>
                  <a:lnTo>
                    <a:pt x="136526" y="0"/>
                  </a:lnTo>
                  <a:lnTo>
                    <a:pt x="2564313" y="0"/>
                  </a:lnTo>
                  <a:lnTo>
                    <a:pt x="2607346" y="6990"/>
                  </a:lnTo>
                  <a:lnTo>
                    <a:pt x="2644809" y="26431"/>
                  </a:lnTo>
                  <a:lnTo>
                    <a:pt x="2674408" y="56030"/>
                  </a:lnTo>
                  <a:lnTo>
                    <a:pt x="2693849" y="93493"/>
                  </a:lnTo>
                  <a:lnTo>
                    <a:pt x="2700839" y="136526"/>
                  </a:lnTo>
                  <a:lnTo>
                    <a:pt x="2693849" y="179559"/>
                  </a:lnTo>
                  <a:lnTo>
                    <a:pt x="2674408" y="217022"/>
                  </a:lnTo>
                  <a:lnTo>
                    <a:pt x="2644809" y="246621"/>
                  </a:lnTo>
                  <a:lnTo>
                    <a:pt x="2607346" y="266062"/>
                  </a:lnTo>
                  <a:lnTo>
                    <a:pt x="2564313" y="273053"/>
                  </a:lnTo>
                  <a:close/>
                </a:path>
              </a:pathLst>
            </a:custGeom>
            <a:solidFill>
              <a:srgbClr val="3B82F6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object 6"/>
            <p:cNvSpPr/>
            <p:nvPr/>
          </p:nvSpPr>
          <p:spPr>
            <a:xfrm>
              <a:off x="3420000" y="540000"/>
              <a:ext cx="3419640" cy="1439640"/>
            </a:xfrm>
            <a:custGeom>
              <a:avLst/>
              <a:gdLst>
                <a:gd name="textAreaLeft" fmla="*/ 0 w 3419640"/>
                <a:gd name="textAreaRight" fmla="*/ 3420360 w 3419640"/>
                <a:gd name="textAreaTop" fmla="*/ 0 h 1439640"/>
                <a:gd name="textAreaBottom" fmla="*/ 1440360 h 1439640"/>
              </a:gdLst>
              <a:ahLst/>
              <a:cxnLst/>
              <a:rect l="textAreaLeft" t="textAreaTop" r="textAreaRight" b="textAreaBottom"/>
              <a:pathLst>
                <a:path w="2701290" h="273050">
                  <a:moveTo>
                    <a:pt x="2564313" y="273053"/>
                  </a:moveTo>
                  <a:lnTo>
                    <a:pt x="136526" y="273053"/>
                  </a:lnTo>
                  <a:lnTo>
                    <a:pt x="93493" y="266062"/>
                  </a:lnTo>
                  <a:lnTo>
                    <a:pt x="56030" y="246621"/>
                  </a:lnTo>
                  <a:lnTo>
                    <a:pt x="26431" y="217022"/>
                  </a:lnTo>
                  <a:lnTo>
                    <a:pt x="6990" y="179559"/>
                  </a:lnTo>
                  <a:lnTo>
                    <a:pt x="0" y="136526"/>
                  </a:lnTo>
                  <a:lnTo>
                    <a:pt x="6990" y="93493"/>
                  </a:lnTo>
                  <a:lnTo>
                    <a:pt x="26431" y="56030"/>
                  </a:lnTo>
                  <a:lnTo>
                    <a:pt x="56030" y="26431"/>
                  </a:lnTo>
                  <a:lnTo>
                    <a:pt x="93493" y="6990"/>
                  </a:lnTo>
                  <a:lnTo>
                    <a:pt x="136526" y="0"/>
                  </a:lnTo>
                  <a:lnTo>
                    <a:pt x="2564313" y="0"/>
                  </a:lnTo>
                  <a:lnTo>
                    <a:pt x="2607346" y="6990"/>
                  </a:lnTo>
                  <a:lnTo>
                    <a:pt x="2612231" y="9525"/>
                  </a:lnTo>
                  <a:lnTo>
                    <a:pt x="136526" y="9525"/>
                  </a:lnTo>
                  <a:lnTo>
                    <a:pt x="87214" y="19546"/>
                  </a:lnTo>
                  <a:lnTo>
                    <a:pt x="46831" y="46831"/>
                  </a:lnTo>
                  <a:lnTo>
                    <a:pt x="19546" y="87214"/>
                  </a:lnTo>
                  <a:lnTo>
                    <a:pt x="9525" y="136526"/>
                  </a:lnTo>
                  <a:lnTo>
                    <a:pt x="19546" y="185838"/>
                  </a:lnTo>
                  <a:lnTo>
                    <a:pt x="46831" y="226221"/>
                  </a:lnTo>
                  <a:lnTo>
                    <a:pt x="87214" y="253506"/>
                  </a:lnTo>
                  <a:lnTo>
                    <a:pt x="136526" y="263528"/>
                  </a:lnTo>
                  <a:lnTo>
                    <a:pt x="2612231" y="263528"/>
                  </a:lnTo>
                  <a:lnTo>
                    <a:pt x="2607346" y="266062"/>
                  </a:lnTo>
                  <a:lnTo>
                    <a:pt x="2564313" y="273053"/>
                  </a:lnTo>
                  <a:close/>
                </a:path>
                <a:path w="2701290" h="273050">
                  <a:moveTo>
                    <a:pt x="2612231" y="263528"/>
                  </a:moveTo>
                  <a:lnTo>
                    <a:pt x="2564313" y="263528"/>
                  </a:lnTo>
                  <a:lnTo>
                    <a:pt x="2613625" y="253506"/>
                  </a:lnTo>
                  <a:lnTo>
                    <a:pt x="2654008" y="226221"/>
                  </a:lnTo>
                  <a:lnTo>
                    <a:pt x="2681293" y="185838"/>
                  </a:lnTo>
                  <a:lnTo>
                    <a:pt x="2691314" y="136526"/>
                  </a:lnTo>
                  <a:lnTo>
                    <a:pt x="2681293" y="87214"/>
                  </a:lnTo>
                  <a:lnTo>
                    <a:pt x="2654008" y="46831"/>
                  </a:lnTo>
                  <a:lnTo>
                    <a:pt x="2613625" y="19546"/>
                  </a:lnTo>
                  <a:lnTo>
                    <a:pt x="2564313" y="9525"/>
                  </a:lnTo>
                  <a:lnTo>
                    <a:pt x="2612231" y="9525"/>
                  </a:lnTo>
                  <a:lnTo>
                    <a:pt x="2644809" y="26431"/>
                  </a:lnTo>
                  <a:lnTo>
                    <a:pt x="2674408" y="56030"/>
                  </a:lnTo>
                  <a:lnTo>
                    <a:pt x="2693849" y="93493"/>
                  </a:lnTo>
                  <a:lnTo>
                    <a:pt x="2700839" y="136526"/>
                  </a:lnTo>
                  <a:lnTo>
                    <a:pt x="2693849" y="179559"/>
                  </a:lnTo>
                  <a:lnTo>
                    <a:pt x="2674408" y="217022"/>
                  </a:lnTo>
                  <a:lnTo>
                    <a:pt x="2644809" y="246621"/>
                  </a:lnTo>
                  <a:lnTo>
                    <a:pt x="2612231" y="263528"/>
                  </a:lnTo>
                  <a:close/>
                </a:path>
              </a:pathLst>
            </a:custGeom>
            <a:solidFill>
              <a:srgbClr val="3B82F6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1" name="object 7"/>
          <p:cNvSpPr/>
          <p:nvPr/>
        </p:nvSpPr>
        <p:spPr>
          <a:xfrm>
            <a:off x="3960000" y="540000"/>
            <a:ext cx="2699640" cy="122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2600" b="1" u="none" strike="noStrike">
                <a:solidFill>
                  <a:srgbClr val="60A5F9"/>
                </a:solidFill>
                <a:effectLst/>
                <a:uFillTx/>
                <a:latin typeface="Arial"/>
              </a:rPr>
              <a:t>I</a:t>
            </a:r>
            <a:r>
              <a:rPr lang="es-ES" sz="2600" b="1" u="none" spc="-156" strike="noStrike">
                <a:solidFill>
                  <a:srgbClr val="60A5F9"/>
                </a:solidFill>
                <a:effectLst/>
                <a:uFillTx/>
                <a:latin typeface="Arial"/>
              </a:rPr>
              <a:t> </a:t>
            </a:r>
            <a:r>
              <a:rPr lang="es-ES" sz="2600" b="1" u="none" spc="-11" strike="noStrike">
                <a:solidFill>
                  <a:srgbClr val="60A5F9"/>
                </a:solidFill>
                <a:effectLst/>
                <a:uFillTx/>
                <a:latin typeface="Arial"/>
              </a:rPr>
              <a:t>N</a:t>
            </a:r>
            <a:r>
              <a:rPr lang="es-ES" sz="2600" b="1" u="none" spc="-159" strike="noStrike">
                <a:solidFill>
                  <a:srgbClr val="60A5F9"/>
                </a:solidFill>
                <a:effectLst/>
                <a:uFillTx/>
                <a:latin typeface="Arial"/>
              </a:rPr>
              <a:t> </a:t>
            </a:r>
            <a:r>
              <a:rPr lang="es-ES" sz="2600" b="1" u="none" spc="60" strike="noStrike">
                <a:solidFill>
                  <a:srgbClr val="60A5F9"/>
                </a:solidFill>
                <a:effectLst/>
                <a:uFillTx/>
                <a:latin typeface="Arial"/>
              </a:rPr>
              <a:t>F O</a:t>
            </a:r>
            <a:r>
              <a:rPr lang="es-ES" sz="2600" b="1" u="none" spc="-156" strike="noStrike">
                <a:solidFill>
                  <a:srgbClr val="60A5F9"/>
                </a:solidFill>
                <a:effectLst/>
                <a:uFillTx/>
                <a:latin typeface="Arial"/>
              </a:rPr>
              <a:t> </a:t>
            </a:r>
            <a:r>
              <a:rPr lang="es-ES" sz="2600" b="1" u="none" spc="-11" strike="noStrike">
                <a:solidFill>
                  <a:srgbClr val="60A5F9"/>
                </a:solidFill>
                <a:effectLst/>
                <a:uFillTx/>
                <a:latin typeface="Arial"/>
              </a:rPr>
              <a:t>R</a:t>
            </a:r>
            <a:r>
              <a:rPr lang="es-ES" sz="2600" b="1" u="none" spc="-156" strike="noStrike">
                <a:solidFill>
                  <a:srgbClr val="60A5F9"/>
                </a:solidFill>
                <a:effectLst/>
                <a:uFillTx/>
                <a:latin typeface="Arial"/>
              </a:rPr>
              <a:t> </a:t>
            </a:r>
            <a:r>
              <a:rPr lang="es-ES" sz="2600" b="1" u="none" strike="noStrike">
                <a:solidFill>
                  <a:srgbClr val="60A5F9"/>
                </a:solidFill>
                <a:effectLst/>
                <a:uFillTx/>
                <a:latin typeface="Arial"/>
              </a:rPr>
              <a:t>M</a:t>
            </a:r>
            <a:r>
              <a:rPr lang="es-ES" sz="2600" b="1" u="none" spc="-156" strike="noStrike">
                <a:solidFill>
                  <a:srgbClr val="60A5F9"/>
                </a:solidFill>
                <a:effectLst/>
                <a:uFillTx/>
                <a:latin typeface="Arial"/>
              </a:rPr>
              <a:t> </a:t>
            </a:r>
            <a:r>
              <a:rPr lang="es-ES" sz="2600" b="1" u="none" strike="noStrike">
                <a:solidFill>
                  <a:srgbClr val="60A5F9"/>
                </a:solidFill>
                <a:effectLst/>
                <a:uFillTx/>
                <a:latin typeface="Arial"/>
              </a:rPr>
              <a:t>E</a:t>
            </a:r>
            <a:r>
              <a:rPr lang="es-ES" sz="2600" b="1" u="none" spc="300" strike="noStrike">
                <a:solidFill>
                  <a:srgbClr val="60A5F9"/>
                </a:solidFill>
                <a:effectLst/>
                <a:uFillTx/>
                <a:latin typeface="Arial"/>
              </a:rPr>
              <a:t> 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2600" b="1" u="none" spc="60" strike="noStrike">
                <a:solidFill>
                  <a:srgbClr val="60A5F9"/>
                </a:solidFill>
                <a:effectLst/>
                <a:uFillTx/>
                <a:latin typeface="Arial"/>
              </a:rPr>
              <a:t>F O</a:t>
            </a:r>
            <a:r>
              <a:rPr lang="es-ES" sz="2600" b="1" u="none" spc="-159" strike="noStrike">
                <a:solidFill>
                  <a:srgbClr val="60A5F9"/>
                </a:solidFill>
                <a:effectLst/>
                <a:uFillTx/>
                <a:latin typeface="Arial"/>
              </a:rPr>
              <a:t> </a:t>
            </a:r>
            <a:r>
              <a:rPr lang="es-ES" sz="2600" b="1" u="none" spc="-11" strike="noStrike">
                <a:solidFill>
                  <a:srgbClr val="60A5F9"/>
                </a:solidFill>
                <a:effectLst/>
                <a:uFillTx/>
                <a:latin typeface="Arial"/>
              </a:rPr>
              <a:t>R</a:t>
            </a:r>
            <a:r>
              <a:rPr lang="es-ES" sz="2600" b="1" u="none" spc="-159" strike="noStrike">
                <a:solidFill>
                  <a:srgbClr val="60A5F9"/>
                </a:solidFill>
                <a:effectLst/>
                <a:uFillTx/>
                <a:latin typeface="Arial"/>
              </a:rPr>
              <a:t> </a:t>
            </a:r>
            <a:r>
              <a:rPr lang="es-ES" sz="2600" b="1" u="none" spc="-11" strike="noStrike">
                <a:solidFill>
                  <a:srgbClr val="60A5F9"/>
                </a:solidFill>
                <a:effectLst/>
                <a:uFillTx/>
                <a:latin typeface="Arial"/>
              </a:rPr>
              <a:t>E</a:t>
            </a:r>
            <a:r>
              <a:rPr lang="es-ES" sz="2600" b="1" u="none" spc="-156" strike="noStrike">
                <a:solidFill>
                  <a:srgbClr val="60A5F9"/>
                </a:solidFill>
                <a:effectLst/>
                <a:uFillTx/>
                <a:latin typeface="Arial"/>
              </a:rPr>
              <a:t> </a:t>
            </a:r>
            <a:r>
              <a:rPr lang="es-ES" sz="2600" b="1" u="none" spc="-11" strike="noStrike">
                <a:solidFill>
                  <a:srgbClr val="60A5F9"/>
                </a:solidFill>
                <a:effectLst/>
                <a:uFillTx/>
                <a:latin typeface="Arial"/>
              </a:rPr>
              <a:t>N</a:t>
            </a:r>
            <a:r>
              <a:rPr lang="es-ES" sz="2600" b="1" u="none" spc="-159" strike="noStrike">
                <a:solidFill>
                  <a:srgbClr val="60A5F9"/>
                </a:solidFill>
                <a:effectLst/>
                <a:uFillTx/>
                <a:latin typeface="Arial"/>
              </a:rPr>
              <a:t> </a:t>
            </a:r>
            <a:r>
              <a:rPr lang="es-ES" sz="2600" b="1" u="none" spc="-11" strike="noStrike">
                <a:solidFill>
                  <a:srgbClr val="60A5F9"/>
                </a:solidFill>
                <a:effectLst/>
                <a:uFillTx/>
                <a:latin typeface="Arial"/>
              </a:rPr>
              <a:t>S</a:t>
            </a:r>
            <a:r>
              <a:rPr lang="es-ES" sz="2600" b="1" u="none" spc="-156" strike="noStrike">
                <a:solidFill>
                  <a:srgbClr val="60A5F9"/>
                </a:solidFill>
                <a:effectLst/>
                <a:uFillTx/>
                <a:latin typeface="Arial"/>
              </a:rPr>
              <a:t> </a:t>
            </a:r>
            <a:r>
              <a:rPr lang="es-ES" sz="2600" b="1" u="none" strike="noStrike">
                <a:solidFill>
                  <a:srgbClr val="60A5F9"/>
                </a:solidFill>
                <a:effectLst/>
                <a:uFillTx/>
                <a:latin typeface="Arial"/>
              </a:rPr>
              <a:t>E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2600" b="1" u="none" spc="-11" strike="noStrike">
                <a:solidFill>
                  <a:srgbClr val="60A5F9"/>
                </a:solidFill>
                <a:effectLst/>
                <a:uFillTx/>
                <a:latin typeface="Arial"/>
              </a:rPr>
              <a:t>D</a:t>
            </a:r>
            <a:r>
              <a:rPr lang="es-ES" sz="2600" b="1" u="none" spc="-159" strike="noStrike">
                <a:solidFill>
                  <a:srgbClr val="60A5F9"/>
                </a:solidFill>
                <a:effectLst/>
                <a:uFillTx/>
                <a:latin typeface="Arial"/>
              </a:rPr>
              <a:t> </a:t>
            </a:r>
            <a:r>
              <a:rPr lang="es-ES" sz="2600" b="1" u="none" strike="noStrike">
                <a:solidFill>
                  <a:srgbClr val="60A5F9"/>
                </a:solidFill>
                <a:effectLst/>
                <a:uFillTx/>
                <a:latin typeface="Arial"/>
              </a:rPr>
              <a:t>I</a:t>
            </a:r>
            <a:r>
              <a:rPr lang="es-ES" sz="2600" b="1" u="none" spc="-159" strike="noStrike">
                <a:solidFill>
                  <a:srgbClr val="60A5F9"/>
                </a:solidFill>
                <a:effectLst/>
                <a:uFillTx/>
                <a:latin typeface="Arial"/>
              </a:rPr>
              <a:t> </a:t>
            </a:r>
            <a:r>
              <a:rPr lang="es-ES" sz="2600" b="1" u="none" strike="noStrike">
                <a:solidFill>
                  <a:srgbClr val="60A5F9"/>
                </a:solidFill>
                <a:effectLst/>
                <a:uFillTx/>
                <a:latin typeface="Arial"/>
              </a:rPr>
              <a:t>G</a:t>
            </a:r>
            <a:r>
              <a:rPr lang="es-ES" sz="2600" b="1" u="none" spc="-156" strike="noStrike">
                <a:solidFill>
                  <a:srgbClr val="60A5F9"/>
                </a:solidFill>
                <a:effectLst/>
                <a:uFillTx/>
                <a:latin typeface="Arial"/>
              </a:rPr>
              <a:t> </a:t>
            </a:r>
            <a:r>
              <a:rPr lang="es-ES" sz="2600" b="1" u="none" strike="noStrike">
                <a:solidFill>
                  <a:srgbClr val="60A5F9"/>
                </a:solidFill>
                <a:effectLst/>
                <a:uFillTx/>
                <a:latin typeface="Arial"/>
              </a:rPr>
              <a:t>I</a:t>
            </a:r>
            <a:r>
              <a:rPr lang="es-ES" sz="2600" b="1" u="none" spc="-159" strike="noStrike">
                <a:solidFill>
                  <a:srgbClr val="60A5F9"/>
                </a:solidFill>
                <a:effectLst/>
                <a:uFillTx/>
                <a:latin typeface="Arial"/>
              </a:rPr>
              <a:t> </a:t>
            </a:r>
            <a:r>
              <a:rPr lang="es-ES" sz="2600" b="1" u="none" strike="noStrike">
                <a:solidFill>
                  <a:srgbClr val="60A5F9"/>
                </a:solidFill>
                <a:effectLst/>
                <a:uFillTx/>
                <a:latin typeface="Arial"/>
              </a:rPr>
              <a:t>T A</a:t>
            </a:r>
            <a:r>
              <a:rPr lang="es-ES" sz="2600" b="1" u="none" spc="-156" strike="noStrike">
                <a:solidFill>
                  <a:srgbClr val="60A5F9"/>
                </a:solidFill>
                <a:effectLst/>
                <a:uFillTx/>
                <a:latin typeface="Arial"/>
              </a:rPr>
              <a:t> </a:t>
            </a:r>
            <a:r>
              <a:rPr lang="es-ES" sz="2600" b="1" u="none" spc="-51" strike="noStrike">
                <a:solidFill>
                  <a:srgbClr val="60A5F9"/>
                </a:solidFill>
                <a:effectLst/>
                <a:uFillTx/>
                <a:latin typeface="Arial"/>
              </a:rPr>
              <a:t>L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2212200" y="2085840"/>
            <a:ext cx="6284520" cy="175104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1188720" algn="l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es-ES" sz="3800" b="1" u="none" spc="-74" strike="noStrike">
                <a:solidFill>
                  <a:srgbClr val="FFFFFF"/>
                </a:solidFill>
                <a:effectLst/>
                <a:uFillTx/>
                <a:latin typeface="Arial"/>
              </a:rPr>
              <a:t>Análisis</a:t>
            </a:r>
            <a:r>
              <a:rPr lang="es-ES" sz="3800" b="1" u="none" spc="-125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s-ES" sz="3800" b="1" u="none" spc="-11" strike="noStrike">
                <a:solidFill>
                  <a:srgbClr val="FFFFFF"/>
                </a:solidFill>
                <a:effectLst/>
                <a:uFillTx/>
                <a:latin typeface="Arial"/>
              </a:rPr>
              <a:t>Forense: </a:t>
            </a:r>
            <a:r>
              <a:rPr lang="es-ES" sz="3800" b="1" u="none" spc="-74" strike="noStrike">
                <a:solidFill>
                  <a:srgbClr val="3B82F6"/>
                </a:solidFill>
                <a:effectLst/>
                <a:uFillTx/>
                <a:latin typeface="Arial"/>
              </a:rPr>
              <a:t>Compromiso</a:t>
            </a:r>
            <a:r>
              <a:rPr lang="es-ES" sz="3800" b="1" u="none" spc="-190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3800" b="1" u="none" strike="noStrike">
                <a:solidFill>
                  <a:srgbClr val="3B82F6"/>
                </a:solidFill>
                <a:effectLst/>
                <a:uFillTx/>
                <a:latin typeface="Arial"/>
              </a:rPr>
              <a:t>de</a:t>
            </a:r>
            <a:r>
              <a:rPr lang="es-ES" sz="3800" b="1" u="none" spc="-241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3800" b="1" u="none" spc="-45" strike="noStrike">
                <a:solidFill>
                  <a:srgbClr val="3B82F6"/>
                </a:solidFill>
                <a:effectLst/>
                <a:uFillTx/>
                <a:latin typeface="Arial"/>
              </a:rPr>
              <a:t>Red</a:t>
            </a:r>
            <a:r>
              <a:rPr lang="es-ES" sz="3800" b="1" u="none" spc="-210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3800" b="1" u="none" spc="-26" strike="noStrike">
                <a:solidFill>
                  <a:srgbClr val="3B82F6"/>
                </a:solidFill>
                <a:effectLst/>
                <a:uFillTx/>
                <a:latin typeface="Arial"/>
              </a:rPr>
              <a:t>Debian</a:t>
            </a:r>
            <a:endParaRPr lang="es-ES" sz="3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3" name="object 9"/>
          <p:cNvSpPr/>
          <p:nvPr/>
        </p:nvSpPr>
        <p:spPr>
          <a:xfrm>
            <a:off x="2230200" y="4461840"/>
            <a:ext cx="110592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0680" rIns="0" bIns="0" anchor="t">
            <a:spAutoFit/>
          </a:bodyPr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lang="es-ES" sz="1000" b="1" u="none" spc="34" strike="noStrike">
                <a:solidFill>
                  <a:srgbClr val="64748A"/>
                </a:solidFill>
                <a:effectLst/>
                <a:uFillTx/>
                <a:latin typeface="Arial"/>
              </a:rPr>
              <a:t>ANALISTA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86"/>
              </a:spcBef>
            </a:pPr>
            <a:r>
              <a:rPr lang="es-ES" sz="1300" b="1" u="none" strike="noStrike">
                <a:solidFill>
                  <a:srgbClr val="E2E8EF"/>
                </a:solidFill>
                <a:effectLst/>
                <a:uFillTx/>
                <a:latin typeface="Arial"/>
              </a:rPr>
              <a:t>Ivan</a:t>
            </a:r>
            <a:r>
              <a:rPr lang="es-ES" sz="1300" b="1" u="none" spc="-51" strike="noStrike">
                <a:solidFill>
                  <a:srgbClr val="E2E8EF"/>
                </a:solidFill>
                <a:effectLst/>
                <a:uFillTx/>
                <a:latin typeface="Arial"/>
              </a:rPr>
              <a:t> </a:t>
            </a:r>
            <a:r>
              <a:rPr lang="es-ES" sz="1300" b="1" u="none" spc="-11" strike="noStrike">
                <a:solidFill>
                  <a:srgbClr val="E2E8EF"/>
                </a:solidFill>
                <a:effectLst/>
                <a:uFillTx/>
                <a:latin typeface="Arial"/>
              </a:rPr>
              <a:t>Escamez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object 10"/>
          <p:cNvSpPr/>
          <p:nvPr/>
        </p:nvSpPr>
        <p:spPr>
          <a:xfrm>
            <a:off x="4330080" y="4461840"/>
            <a:ext cx="203184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0680" rIns="0" bIns="0" anchor="t">
            <a:spAutoFit/>
          </a:bodyPr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lang="es-ES" sz="1000" b="1" u="none" spc="51" strike="noStrike">
                <a:solidFill>
                  <a:srgbClr val="64748A"/>
                </a:solidFill>
                <a:effectLst/>
                <a:uFillTx/>
                <a:latin typeface="Arial"/>
              </a:rPr>
              <a:t>CREDENCIALES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86"/>
              </a:spcBef>
            </a:pPr>
            <a:r>
              <a:rPr lang="es-ES" sz="1300" b="1" u="none" strike="noStrike">
                <a:solidFill>
                  <a:srgbClr val="E2E8EF"/>
                </a:solidFill>
                <a:effectLst/>
                <a:uFillTx/>
                <a:latin typeface="Arial"/>
              </a:rPr>
              <a:t>Analista</a:t>
            </a:r>
            <a:r>
              <a:rPr lang="es-ES" sz="1300" b="1" u="none" spc="-31" strike="noStrike">
                <a:solidFill>
                  <a:srgbClr val="E2E8EF"/>
                </a:solidFill>
                <a:effectLst/>
                <a:uFillTx/>
                <a:latin typeface="Arial"/>
              </a:rPr>
              <a:t> </a:t>
            </a:r>
            <a:r>
              <a:rPr lang="es-ES" sz="1300" b="1" u="none" strike="noStrike">
                <a:solidFill>
                  <a:srgbClr val="E2E8EF"/>
                </a:solidFill>
                <a:effectLst/>
                <a:uFillTx/>
                <a:latin typeface="Arial"/>
              </a:rPr>
              <a:t>SOC</a:t>
            </a:r>
            <a:r>
              <a:rPr lang="es-ES" sz="1300" b="1" u="none" spc="-26" strike="noStrike">
                <a:solidFill>
                  <a:srgbClr val="E2E8EF"/>
                </a:solidFill>
                <a:effectLst/>
                <a:uFillTx/>
                <a:latin typeface="Arial"/>
              </a:rPr>
              <a:t> </a:t>
            </a:r>
            <a:r>
              <a:rPr lang="es-ES" sz="1300" b="1" u="none" strike="noStrike">
                <a:solidFill>
                  <a:srgbClr val="E2E8EF"/>
                </a:solidFill>
                <a:effectLst/>
                <a:uFillTx/>
                <a:latin typeface="Arial"/>
              </a:rPr>
              <a:t>&amp;</a:t>
            </a:r>
            <a:r>
              <a:rPr lang="es-ES" sz="1300" b="1" u="none" spc="-26" strike="noStrike">
                <a:solidFill>
                  <a:srgbClr val="E2E8EF"/>
                </a:solidFill>
                <a:effectLst/>
                <a:uFillTx/>
                <a:latin typeface="Arial"/>
              </a:rPr>
              <a:t> </a:t>
            </a:r>
            <a:r>
              <a:rPr lang="es-ES" sz="1300" b="1" u="none" spc="-11" strike="noStrike">
                <a:solidFill>
                  <a:srgbClr val="E2E8EF"/>
                </a:solidFill>
                <a:effectLst/>
                <a:uFillTx/>
                <a:latin typeface="Arial"/>
              </a:rPr>
              <a:t>Pentester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object 11"/>
          <p:cNvSpPr/>
          <p:nvPr/>
        </p:nvSpPr>
        <p:spPr>
          <a:xfrm>
            <a:off x="7214400" y="4461840"/>
            <a:ext cx="13881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0680" rIns="0" bIns="0" anchor="t">
            <a:spAutoFit/>
          </a:bodyPr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lang="es-ES" sz="1000" b="1" u="none" spc="51" strike="noStrike">
                <a:solidFill>
                  <a:srgbClr val="64748A"/>
                </a:solidFill>
                <a:effectLst/>
                <a:uFillTx/>
                <a:latin typeface="Arial"/>
              </a:rPr>
              <a:t>INSTITUCIÓN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86"/>
              </a:spcBef>
            </a:pPr>
            <a:r>
              <a:rPr lang="es-ES" sz="1300" b="1" u="none" strike="noStrike">
                <a:solidFill>
                  <a:srgbClr val="E2E8EF"/>
                </a:solidFill>
                <a:effectLst/>
                <a:uFillTx/>
                <a:latin typeface="Arial"/>
              </a:rPr>
              <a:t>4Geeks</a:t>
            </a:r>
            <a:r>
              <a:rPr lang="es-ES" sz="1300" b="1" u="none" spc="-51" strike="noStrike">
                <a:solidFill>
                  <a:srgbClr val="E2E8EF"/>
                </a:solidFill>
                <a:effectLst/>
                <a:uFillTx/>
                <a:latin typeface="Arial"/>
              </a:rPr>
              <a:t> </a:t>
            </a:r>
            <a:r>
              <a:rPr lang="es-ES" sz="1300" b="1" u="none" spc="-11" strike="noStrike">
                <a:solidFill>
                  <a:srgbClr val="E2E8EF"/>
                </a:solidFill>
                <a:effectLst/>
                <a:uFillTx/>
                <a:latin typeface="Arial"/>
              </a:rPr>
              <a:t>Academy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object 2"/>
          <p:cNvGrpSpPr/>
          <p:nvPr/>
        </p:nvGrpSpPr>
        <p:grpSpPr>
          <a:xfrm>
            <a:off x="5346000" y="1623600"/>
            <a:ext cx="4626000" cy="1203120"/>
            <a:chOff x="5346000" y="1623600"/>
            <a:chExt cx="4626000" cy="1203120"/>
          </a:xfrm>
        </p:grpSpPr>
        <p:sp>
          <p:nvSpPr>
            <p:cNvPr id="47" name="object 3"/>
            <p:cNvSpPr/>
            <p:nvPr/>
          </p:nvSpPr>
          <p:spPr>
            <a:xfrm>
              <a:off x="5346000" y="1623600"/>
              <a:ext cx="4626000" cy="1202760"/>
            </a:xfrm>
            <a:custGeom>
              <a:avLst/>
              <a:gdLst>
                <a:gd name="textAreaLeft" fmla="*/ 0 w 4626000"/>
                <a:gd name="textAreaRight" fmla="*/ 4626720 w 4626000"/>
                <a:gd name="textAreaTop" fmla="*/ 0 h 1202760"/>
                <a:gd name="textAreaBottom" fmla="*/ 1203480 h 1202760"/>
              </a:gdLst>
              <a:ahLst/>
              <a:cxnLst/>
              <a:rect l="textAreaLeft" t="textAreaTop" r="textAreaRight" b="textAreaBottom"/>
              <a:pathLst>
                <a:path w="4626609" h="1203325">
                  <a:moveTo>
                    <a:pt x="4511700" y="1203321"/>
                  </a:moveTo>
                  <a:lnTo>
                    <a:pt x="114300" y="1203321"/>
                  </a:lnTo>
                  <a:lnTo>
                    <a:pt x="69919" y="1194302"/>
                  </a:lnTo>
                  <a:lnTo>
                    <a:pt x="33575" y="1169746"/>
                  </a:lnTo>
                  <a:lnTo>
                    <a:pt x="9018" y="1133402"/>
                  </a:lnTo>
                  <a:lnTo>
                    <a:pt x="0" y="1089021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4511700" y="0"/>
                  </a:lnTo>
                  <a:lnTo>
                    <a:pt x="4556080" y="9018"/>
                  </a:lnTo>
                  <a:lnTo>
                    <a:pt x="4592424" y="33575"/>
                  </a:lnTo>
                  <a:lnTo>
                    <a:pt x="4616981" y="69919"/>
                  </a:lnTo>
                  <a:lnTo>
                    <a:pt x="4626000" y="114300"/>
                  </a:lnTo>
                  <a:lnTo>
                    <a:pt x="4626000" y="1089021"/>
                  </a:lnTo>
                  <a:lnTo>
                    <a:pt x="4616981" y="1133402"/>
                  </a:lnTo>
                  <a:lnTo>
                    <a:pt x="4592424" y="1169746"/>
                  </a:lnTo>
                  <a:lnTo>
                    <a:pt x="4556080" y="1194302"/>
                  </a:lnTo>
                  <a:lnTo>
                    <a:pt x="4511700" y="1203321"/>
                  </a:lnTo>
                  <a:close/>
                </a:path>
              </a:pathLst>
            </a:custGeom>
            <a:solidFill>
              <a:srgbClr val="EF4444">
                <a:alpha val="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object 4"/>
            <p:cNvSpPr/>
            <p:nvPr/>
          </p:nvSpPr>
          <p:spPr>
            <a:xfrm>
              <a:off x="5346000" y="1657080"/>
              <a:ext cx="4626000" cy="1169640"/>
            </a:xfrm>
            <a:custGeom>
              <a:avLst/>
              <a:gdLst>
                <a:gd name="textAreaLeft" fmla="*/ 0 w 4626000"/>
                <a:gd name="textAreaRight" fmla="*/ 4626720 w 4626000"/>
                <a:gd name="textAreaTop" fmla="*/ 0 h 1169640"/>
                <a:gd name="textAreaBottom" fmla="*/ 1170360 h 1169640"/>
              </a:gdLst>
              <a:ahLst/>
              <a:cxnLst/>
              <a:rect l="textAreaLeft" t="textAreaTop" r="textAreaRight" b="textAreaBottom"/>
              <a:pathLst>
                <a:path w="4626609" h="1170305">
                  <a:moveTo>
                    <a:pt x="4626000" y="80733"/>
                  </a:moveTo>
                  <a:lnTo>
                    <a:pt x="4616983" y="36347"/>
                  </a:lnTo>
                  <a:lnTo>
                    <a:pt x="4592434" y="0"/>
                  </a:lnTo>
                  <a:lnTo>
                    <a:pt x="4572165" y="20269"/>
                  </a:lnTo>
                  <a:lnTo>
                    <a:pt x="4585703" y="26911"/>
                  </a:lnTo>
                  <a:lnTo>
                    <a:pt x="4608207" y="51142"/>
                  </a:lnTo>
                  <a:lnTo>
                    <a:pt x="4616475" y="80733"/>
                  </a:lnTo>
                  <a:lnTo>
                    <a:pt x="4616475" y="1055446"/>
                  </a:lnTo>
                  <a:lnTo>
                    <a:pt x="4608207" y="1096137"/>
                  </a:lnTo>
                  <a:lnTo>
                    <a:pt x="4585703" y="1129449"/>
                  </a:lnTo>
                  <a:lnTo>
                    <a:pt x="4552391" y="1151953"/>
                  </a:lnTo>
                  <a:lnTo>
                    <a:pt x="4511700" y="1160221"/>
                  </a:lnTo>
                  <a:lnTo>
                    <a:pt x="114300" y="1160221"/>
                  </a:lnTo>
                  <a:lnTo>
                    <a:pt x="73621" y="1151953"/>
                  </a:lnTo>
                  <a:lnTo>
                    <a:pt x="40309" y="1129449"/>
                  </a:lnTo>
                  <a:lnTo>
                    <a:pt x="17792" y="1096137"/>
                  </a:lnTo>
                  <a:lnTo>
                    <a:pt x="9525" y="1055446"/>
                  </a:lnTo>
                  <a:lnTo>
                    <a:pt x="9525" y="80733"/>
                  </a:lnTo>
                  <a:lnTo>
                    <a:pt x="17792" y="51142"/>
                  </a:lnTo>
                  <a:lnTo>
                    <a:pt x="40309" y="26911"/>
                  </a:lnTo>
                  <a:lnTo>
                    <a:pt x="53835" y="20269"/>
                  </a:lnTo>
                  <a:lnTo>
                    <a:pt x="33578" y="0"/>
                  </a:lnTo>
                  <a:lnTo>
                    <a:pt x="9029" y="36347"/>
                  </a:lnTo>
                  <a:lnTo>
                    <a:pt x="0" y="80733"/>
                  </a:lnTo>
                  <a:lnTo>
                    <a:pt x="0" y="1055446"/>
                  </a:lnTo>
                  <a:lnTo>
                    <a:pt x="9029" y="1099832"/>
                  </a:lnTo>
                  <a:lnTo>
                    <a:pt x="33578" y="1136180"/>
                  </a:lnTo>
                  <a:lnTo>
                    <a:pt x="69926" y="1160729"/>
                  </a:lnTo>
                  <a:lnTo>
                    <a:pt x="114300" y="1169746"/>
                  </a:lnTo>
                  <a:lnTo>
                    <a:pt x="4511700" y="1169746"/>
                  </a:lnTo>
                  <a:lnTo>
                    <a:pt x="4556087" y="1160729"/>
                  </a:lnTo>
                  <a:lnTo>
                    <a:pt x="4556836" y="1160221"/>
                  </a:lnTo>
                  <a:lnTo>
                    <a:pt x="4592434" y="1136180"/>
                  </a:lnTo>
                  <a:lnTo>
                    <a:pt x="4616983" y="1099832"/>
                  </a:lnTo>
                  <a:lnTo>
                    <a:pt x="4626000" y="1055446"/>
                  </a:lnTo>
                  <a:lnTo>
                    <a:pt x="4626000" y="80733"/>
                  </a:lnTo>
                  <a:close/>
                </a:path>
              </a:pathLst>
            </a:custGeom>
            <a:solidFill>
              <a:srgbClr val="FFFFFF">
                <a:alpha val="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object 5"/>
            <p:cNvSpPr/>
            <p:nvPr/>
          </p:nvSpPr>
          <p:spPr>
            <a:xfrm>
              <a:off x="5379480" y="1623600"/>
              <a:ext cx="4558680" cy="53280"/>
            </a:xfrm>
            <a:custGeom>
              <a:avLst/>
              <a:gdLst>
                <a:gd name="textAreaLeft" fmla="*/ 0 w 4558680"/>
                <a:gd name="textAreaRight" fmla="*/ 4559400 w 4558680"/>
                <a:gd name="textAreaTop" fmla="*/ 0 h 53280"/>
                <a:gd name="textAreaBottom" fmla="*/ 54000 h 53280"/>
              </a:gdLst>
              <a:ahLst/>
              <a:cxnLst/>
              <a:rect l="textAreaLeft" t="textAreaTop" r="textAreaRight" b="textAreaBottom"/>
              <a:pathLst>
                <a:path w="4559300" h="53975">
                  <a:moveTo>
                    <a:pt x="20258" y="53834"/>
                  </a:moveTo>
                  <a:lnTo>
                    <a:pt x="0" y="33575"/>
                  </a:lnTo>
                  <a:lnTo>
                    <a:pt x="36343" y="9018"/>
                  </a:lnTo>
                  <a:lnTo>
                    <a:pt x="80724" y="0"/>
                  </a:lnTo>
                  <a:lnTo>
                    <a:pt x="4478124" y="0"/>
                  </a:lnTo>
                  <a:lnTo>
                    <a:pt x="4522505" y="9018"/>
                  </a:lnTo>
                  <a:lnTo>
                    <a:pt x="4558849" y="33575"/>
                  </a:lnTo>
                  <a:lnTo>
                    <a:pt x="4554324" y="38100"/>
                  </a:lnTo>
                  <a:lnTo>
                    <a:pt x="80724" y="38100"/>
                  </a:lnTo>
                  <a:lnTo>
                    <a:pt x="40042" y="44112"/>
                  </a:lnTo>
                  <a:lnTo>
                    <a:pt x="20258" y="53834"/>
                  </a:lnTo>
                  <a:close/>
                </a:path>
                <a:path w="4559300" h="53975">
                  <a:moveTo>
                    <a:pt x="4538590" y="53834"/>
                  </a:moveTo>
                  <a:lnTo>
                    <a:pt x="4518806" y="44112"/>
                  </a:lnTo>
                  <a:lnTo>
                    <a:pt x="4478124" y="38100"/>
                  </a:lnTo>
                  <a:lnTo>
                    <a:pt x="4554324" y="38100"/>
                  </a:lnTo>
                  <a:lnTo>
                    <a:pt x="4538590" y="53834"/>
                  </a:lnTo>
                  <a:close/>
                </a:path>
              </a:pathLst>
            </a:custGeom>
            <a:solidFill>
              <a:srgbClr val="EF444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0" name="object 6"/>
          <p:cNvGrpSpPr/>
          <p:nvPr/>
        </p:nvGrpSpPr>
        <p:grpSpPr>
          <a:xfrm>
            <a:off x="5346000" y="2888640"/>
            <a:ext cx="4626000" cy="1351800"/>
            <a:chOff x="5346000" y="2888640"/>
            <a:chExt cx="4626000" cy="1351800"/>
          </a:xfrm>
        </p:grpSpPr>
        <p:sp>
          <p:nvSpPr>
            <p:cNvPr id="51" name="object 7"/>
            <p:cNvSpPr/>
            <p:nvPr/>
          </p:nvSpPr>
          <p:spPr>
            <a:xfrm>
              <a:off x="5346000" y="2888640"/>
              <a:ext cx="4626000" cy="1351800"/>
            </a:xfrm>
            <a:custGeom>
              <a:avLst/>
              <a:gdLst>
                <a:gd name="textAreaLeft" fmla="*/ 0 w 4626000"/>
                <a:gd name="textAreaRight" fmla="*/ 4626720 w 4626000"/>
                <a:gd name="textAreaTop" fmla="*/ 0 h 1351800"/>
                <a:gd name="textAreaBottom" fmla="*/ 1352520 h 1351800"/>
              </a:gdLst>
              <a:ahLst/>
              <a:cxnLst/>
              <a:rect l="textAreaLeft" t="textAreaTop" r="textAreaRight" b="textAreaBottom"/>
              <a:pathLst>
                <a:path w="4626609" h="1352550">
                  <a:moveTo>
                    <a:pt x="4511700" y="1352550"/>
                  </a:moveTo>
                  <a:lnTo>
                    <a:pt x="114300" y="1352550"/>
                  </a:lnTo>
                  <a:lnTo>
                    <a:pt x="69919" y="1343531"/>
                  </a:lnTo>
                  <a:lnTo>
                    <a:pt x="33575" y="1318974"/>
                  </a:lnTo>
                  <a:lnTo>
                    <a:pt x="9018" y="1282630"/>
                  </a:lnTo>
                  <a:lnTo>
                    <a:pt x="0" y="1238250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4511700" y="0"/>
                  </a:lnTo>
                  <a:lnTo>
                    <a:pt x="4556080" y="9018"/>
                  </a:lnTo>
                  <a:lnTo>
                    <a:pt x="4592424" y="33575"/>
                  </a:lnTo>
                  <a:lnTo>
                    <a:pt x="4616981" y="69919"/>
                  </a:lnTo>
                  <a:lnTo>
                    <a:pt x="4626000" y="114300"/>
                  </a:lnTo>
                  <a:lnTo>
                    <a:pt x="4626000" y="1238250"/>
                  </a:lnTo>
                  <a:lnTo>
                    <a:pt x="4616981" y="1282630"/>
                  </a:lnTo>
                  <a:lnTo>
                    <a:pt x="4592424" y="1318974"/>
                  </a:lnTo>
                  <a:lnTo>
                    <a:pt x="4556080" y="1343531"/>
                  </a:lnTo>
                  <a:lnTo>
                    <a:pt x="4511700" y="1352550"/>
                  </a:lnTo>
                  <a:close/>
                </a:path>
              </a:pathLst>
            </a:custGeom>
            <a:solidFill>
              <a:srgbClr val="FFFFFF">
                <a:alpha val="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object 8"/>
            <p:cNvSpPr/>
            <p:nvPr/>
          </p:nvSpPr>
          <p:spPr>
            <a:xfrm>
              <a:off x="5346000" y="2888640"/>
              <a:ext cx="4626000" cy="1351800"/>
            </a:xfrm>
            <a:custGeom>
              <a:avLst/>
              <a:gdLst>
                <a:gd name="textAreaLeft" fmla="*/ 0 w 4626000"/>
                <a:gd name="textAreaRight" fmla="*/ 4626720 w 4626000"/>
                <a:gd name="textAreaTop" fmla="*/ 0 h 1351800"/>
                <a:gd name="textAreaBottom" fmla="*/ 1352520 h 1351800"/>
              </a:gdLst>
              <a:ahLst/>
              <a:cxnLst/>
              <a:rect l="textAreaLeft" t="textAreaTop" r="textAreaRight" b="textAreaBottom"/>
              <a:pathLst>
                <a:path w="4626609" h="1352550">
                  <a:moveTo>
                    <a:pt x="4511700" y="1352550"/>
                  </a:moveTo>
                  <a:lnTo>
                    <a:pt x="114300" y="1352550"/>
                  </a:lnTo>
                  <a:lnTo>
                    <a:pt x="69919" y="1343531"/>
                  </a:lnTo>
                  <a:lnTo>
                    <a:pt x="33575" y="1318974"/>
                  </a:lnTo>
                  <a:lnTo>
                    <a:pt x="9018" y="1282630"/>
                  </a:lnTo>
                  <a:lnTo>
                    <a:pt x="0" y="1238250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4511700" y="0"/>
                  </a:lnTo>
                  <a:lnTo>
                    <a:pt x="4556080" y="9018"/>
                  </a:lnTo>
                  <a:lnTo>
                    <a:pt x="4556829" y="9525"/>
                  </a:lnTo>
                  <a:lnTo>
                    <a:pt x="114300" y="9525"/>
                  </a:lnTo>
                  <a:lnTo>
                    <a:pt x="73617" y="17792"/>
                  </a:lnTo>
                  <a:lnTo>
                    <a:pt x="40302" y="40302"/>
                  </a:lnTo>
                  <a:lnTo>
                    <a:pt x="17792" y="73617"/>
                  </a:lnTo>
                  <a:lnTo>
                    <a:pt x="9525" y="114300"/>
                  </a:lnTo>
                  <a:lnTo>
                    <a:pt x="9525" y="1238250"/>
                  </a:lnTo>
                  <a:lnTo>
                    <a:pt x="17792" y="1278932"/>
                  </a:lnTo>
                  <a:lnTo>
                    <a:pt x="40302" y="1312247"/>
                  </a:lnTo>
                  <a:lnTo>
                    <a:pt x="73617" y="1334757"/>
                  </a:lnTo>
                  <a:lnTo>
                    <a:pt x="114300" y="1343025"/>
                  </a:lnTo>
                  <a:lnTo>
                    <a:pt x="4556829" y="1343025"/>
                  </a:lnTo>
                  <a:lnTo>
                    <a:pt x="4556080" y="1343531"/>
                  </a:lnTo>
                  <a:lnTo>
                    <a:pt x="4511700" y="1352550"/>
                  </a:lnTo>
                  <a:close/>
                </a:path>
                <a:path w="4626609" h="1352550">
                  <a:moveTo>
                    <a:pt x="4556829" y="1343025"/>
                  </a:moveTo>
                  <a:lnTo>
                    <a:pt x="4511700" y="1343025"/>
                  </a:lnTo>
                  <a:lnTo>
                    <a:pt x="4552382" y="1334757"/>
                  </a:lnTo>
                  <a:lnTo>
                    <a:pt x="4585697" y="1312247"/>
                  </a:lnTo>
                  <a:lnTo>
                    <a:pt x="4608207" y="1278932"/>
                  </a:lnTo>
                  <a:lnTo>
                    <a:pt x="4616475" y="1238250"/>
                  </a:lnTo>
                  <a:lnTo>
                    <a:pt x="4616475" y="114300"/>
                  </a:lnTo>
                  <a:lnTo>
                    <a:pt x="4608207" y="73617"/>
                  </a:lnTo>
                  <a:lnTo>
                    <a:pt x="4585697" y="40302"/>
                  </a:lnTo>
                  <a:lnTo>
                    <a:pt x="4552382" y="17792"/>
                  </a:lnTo>
                  <a:lnTo>
                    <a:pt x="4511700" y="9525"/>
                  </a:lnTo>
                  <a:lnTo>
                    <a:pt x="4556829" y="9525"/>
                  </a:lnTo>
                  <a:lnTo>
                    <a:pt x="4592424" y="33575"/>
                  </a:lnTo>
                  <a:lnTo>
                    <a:pt x="4616981" y="69919"/>
                  </a:lnTo>
                  <a:lnTo>
                    <a:pt x="4626000" y="114300"/>
                  </a:lnTo>
                  <a:lnTo>
                    <a:pt x="4626000" y="1238250"/>
                  </a:lnTo>
                  <a:lnTo>
                    <a:pt x="4616981" y="1282630"/>
                  </a:lnTo>
                  <a:lnTo>
                    <a:pt x="4592424" y="1318974"/>
                  </a:lnTo>
                  <a:lnTo>
                    <a:pt x="4556829" y="1343025"/>
                  </a:lnTo>
                  <a:close/>
                </a:path>
              </a:pathLst>
            </a:custGeom>
            <a:solidFill>
              <a:srgbClr val="FFFFFF">
                <a:alpha val="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69400" y="797760"/>
            <a:ext cx="6562080" cy="42228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es-ES" sz="2600" b="0" u="none" spc="-60" strike="noStrike">
                <a:solidFill>
                  <a:srgbClr val="BDF264"/>
                </a:solidFill>
                <a:effectLst/>
                <a:uFillTx/>
                <a:latin typeface="Arial MT"/>
              </a:rPr>
              <a:t>RESUMEN</a:t>
            </a:r>
            <a:r>
              <a:rPr lang="es-ES" sz="2600" b="0" u="none" spc="-71" strike="noStrike">
                <a:solidFill>
                  <a:srgbClr val="BDF264"/>
                </a:solidFill>
                <a:effectLst/>
                <a:uFillTx/>
                <a:latin typeface="Arial MT"/>
              </a:rPr>
              <a:t> </a:t>
            </a:r>
            <a:r>
              <a:rPr lang="es-ES" sz="2600" b="0" u="none" spc="-65" strike="noStrike">
                <a:solidFill>
                  <a:srgbClr val="BDF264"/>
                </a:solidFill>
                <a:effectLst/>
                <a:uFillTx/>
                <a:latin typeface="Arial MT"/>
              </a:rPr>
              <a:t>EJECUTIVO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4" name="object 10"/>
          <p:cNvSpPr/>
          <p:nvPr/>
        </p:nvSpPr>
        <p:spPr>
          <a:xfrm>
            <a:off x="707400" y="1520280"/>
            <a:ext cx="4061880" cy="81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25000"/>
              </a:lnSpc>
              <a:spcBef>
                <a:spcPts val="99"/>
              </a:spcBef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Arial MT"/>
              </a:rPr>
              <a:t>Se</a:t>
            </a:r>
            <a:r>
              <a:rPr lang="es-ES" sz="1400" b="0" u="none" spc="-14" strike="noStrike">
                <a:solidFill>
                  <a:srgbClr val="FFFFFF"/>
                </a:solidFill>
                <a:effectLst/>
                <a:uFillTx/>
                <a:latin typeface="Arial MT"/>
              </a:rPr>
              <a:t> </a:t>
            </a: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Arial MT"/>
              </a:rPr>
              <a:t>confirma</a:t>
            </a:r>
            <a:r>
              <a:rPr lang="es-ES" sz="1400" b="0" u="none" spc="-11" strike="noStrike">
                <a:solidFill>
                  <a:srgbClr val="FFFFFF"/>
                </a:solidFill>
                <a:effectLst/>
                <a:uFillTx/>
                <a:latin typeface="Arial MT"/>
              </a:rPr>
              <a:t> </a:t>
            </a: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Arial MT"/>
              </a:rPr>
              <a:t>el</a:t>
            </a:r>
            <a:r>
              <a:rPr lang="es-ES" sz="1400" b="0" u="none" spc="-11" strike="noStrike">
                <a:solidFill>
                  <a:srgbClr val="FFFFFF"/>
                </a:solidFill>
                <a:effectLst/>
                <a:uFillTx/>
                <a:latin typeface="Arial MT"/>
              </a:rPr>
              <a:t> </a:t>
            </a: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Arial MT"/>
              </a:rPr>
              <a:t>compromiso</a:t>
            </a:r>
            <a:r>
              <a:rPr lang="es-ES" sz="1400" b="0" u="none" spc="-11" strike="noStrike">
                <a:solidFill>
                  <a:srgbClr val="FFFFFF"/>
                </a:solidFill>
                <a:effectLst/>
                <a:uFillTx/>
                <a:latin typeface="Arial MT"/>
              </a:rPr>
              <a:t> </a:t>
            </a: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Arial MT"/>
              </a:rPr>
              <a:t>total</a:t>
            </a:r>
            <a:r>
              <a:rPr lang="es-ES" sz="1400" b="0" u="none" spc="-11" strike="noStrike">
                <a:solidFill>
                  <a:srgbClr val="FFFFFF"/>
                </a:solidFill>
                <a:effectLst/>
                <a:uFillTx/>
                <a:latin typeface="Arial MT"/>
              </a:rPr>
              <a:t> </a:t>
            </a: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Arial MT"/>
              </a:rPr>
              <a:t>de</a:t>
            </a:r>
            <a:r>
              <a:rPr lang="es-ES" sz="1400" b="0" u="none" spc="-11" strike="noStrike">
                <a:solidFill>
                  <a:srgbClr val="FFFFFF"/>
                </a:solidFill>
                <a:effectLst/>
                <a:uFillTx/>
                <a:latin typeface="Arial MT"/>
              </a:rPr>
              <a:t> privilegios </a:t>
            </a: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Arial MT"/>
              </a:rPr>
              <a:t>corporativos</a:t>
            </a:r>
            <a:r>
              <a:rPr lang="es-ES" sz="1400" b="0" u="none" spc="-31" strike="noStrike">
                <a:solidFill>
                  <a:srgbClr val="FFFFFF"/>
                </a:solidFill>
                <a:effectLst/>
                <a:uFillTx/>
                <a:latin typeface="Arial MT"/>
              </a:rPr>
              <a:t> </a:t>
            </a: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Arial MT"/>
              </a:rPr>
              <a:t>(</a:t>
            </a:r>
            <a:r>
              <a:rPr lang="es-ES" sz="1400" b="1" u="none" strike="noStrike">
                <a:solidFill>
                  <a:srgbClr val="00B4B4"/>
                </a:solidFill>
                <a:effectLst/>
                <a:uFillTx/>
                <a:latin typeface="Arial"/>
              </a:rPr>
              <a:t>Root</a:t>
            </a: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Arial MT"/>
              </a:rPr>
              <a:t>)</a:t>
            </a:r>
            <a:r>
              <a:rPr lang="es-ES" sz="1400" b="0" u="none" spc="-26" strike="noStrike">
                <a:solidFill>
                  <a:srgbClr val="FFFFFF"/>
                </a:solidFill>
                <a:effectLst/>
                <a:uFillTx/>
                <a:latin typeface="Arial MT"/>
              </a:rPr>
              <a:t> </a:t>
            </a: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Arial MT"/>
              </a:rPr>
              <a:t>sobre</a:t>
            </a:r>
            <a:r>
              <a:rPr lang="es-ES" sz="1400" b="0" u="none" spc="-26" strike="noStrike">
                <a:solidFill>
                  <a:srgbClr val="FFFFFF"/>
                </a:solidFill>
                <a:effectLst/>
                <a:uFillTx/>
                <a:latin typeface="Arial MT"/>
              </a:rPr>
              <a:t> </a:t>
            </a: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Arial MT"/>
              </a:rPr>
              <a:t>el</a:t>
            </a:r>
            <a:r>
              <a:rPr lang="es-ES" sz="1400" b="0" u="none" spc="-26" strike="noStrike">
                <a:solidFill>
                  <a:srgbClr val="FFFFFF"/>
                </a:solidFill>
                <a:effectLst/>
                <a:uFillTx/>
                <a:latin typeface="Arial MT"/>
              </a:rPr>
              <a:t> </a:t>
            </a:r>
            <a:r>
              <a:rPr lang="es-ES" sz="1400" b="0" u="none" spc="-11" strike="noStrike">
                <a:solidFill>
                  <a:srgbClr val="FFFFFF"/>
                </a:solidFill>
                <a:effectLst/>
                <a:uFillTx/>
                <a:latin typeface="Arial MT"/>
              </a:rPr>
              <a:t>servidor </a:t>
            </a: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Arial MT"/>
              </a:rPr>
              <a:t>central</a:t>
            </a:r>
            <a:r>
              <a:rPr lang="es-ES" sz="1400" b="0" u="none" spc="-11" strike="noStrike">
                <a:solidFill>
                  <a:srgbClr val="FFFFFF"/>
                </a:solidFill>
                <a:effectLst/>
                <a:uFillTx/>
                <a:latin typeface="Arial MT"/>
              </a:rPr>
              <a:t> </a:t>
            </a: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Arial MT"/>
              </a:rPr>
              <a:t>bajo</a:t>
            </a:r>
            <a:r>
              <a:rPr lang="es-ES" sz="1400" b="0" u="none" spc="-11" strike="noStrike">
                <a:solidFill>
                  <a:srgbClr val="FFFFFF"/>
                </a:solidFill>
                <a:effectLst/>
                <a:uFillTx/>
                <a:latin typeface="Arial MT"/>
              </a:rPr>
              <a:t> demanda.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object 11"/>
          <p:cNvSpPr/>
          <p:nvPr/>
        </p:nvSpPr>
        <p:spPr>
          <a:xfrm>
            <a:off x="5581080" y="1698840"/>
            <a:ext cx="4016880" cy="80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2320" rIns="0" bIns="0" anchor="t">
            <a:spAutoFit/>
          </a:bodyPr>
          <a:p>
            <a:pPr marL="12600">
              <a:lnSpc>
                <a:spcPct val="100000"/>
              </a:lnSpc>
              <a:spcBef>
                <a:spcPts val="884"/>
              </a:spcBef>
            </a:pPr>
            <a:r>
              <a:rPr lang="es-ES" sz="1600" b="1" u="none" strike="noStrike">
                <a:solidFill>
                  <a:srgbClr val="EF4444"/>
                </a:solidFill>
                <a:effectLst/>
                <a:uFillTx/>
                <a:latin typeface="Arial"/>
              </a:rPr>
              <a:t>NIVEL</a:t>
            </a:r>
            <a:r>
              <a:rPr lang="es-ES" sz="1600" b="1" u="none" spc="-45" strike="noStrike">
                <a:solidFill>
                  <a:srgbClr val="EF4444"/>
                </a:solidFill>
                <a:effectLst/>
                <a:uFillTx/>
                <a:latin typeface="Arial"/>
              </a:rPr>
              <a:t> </a:t>
            </a:r>
            <a:r>
              <a:rPr lang="es-ES" sz="1600" b="1" u="none" strike="noStrike">
                <a:solidFill>
                  <a:srgbClr val="EF4444"/>
                </a:solidFill>
                <a:effectLst/>
                <a:uFillTx/>
                <a:latin typeface="Arial"/>
              </a:rPr>
              <a:t>DE</a:t>
            </a:r>
            <a:r>
              <a:rPr lang="es-ES" sz="1600" b="1" u="none" spc="-45" strike="noStrike">
                <a:solidFill>
                  <a:srgbClr val="EF4444"/>
                </a:solidFill>
                <a:effectLst/>
                <a:uFillTx/>
                <a:latin typeface="Arial"/>
              </a:rPr>
              <a:t> </a:t>
            </a:r>
            <a:r>
              <a:rPr lang="es-ES" sz="1600" b="1" u="none" strike="noStrike">
                <a:solidFill>
                  <a:srgbClr val="EF4444"/>
                </a:solidFill>
                <a:effectLst/>
                <a:uFillTx/>
                <a:latin typeface="Arial"/>
              </a:rPr>
              <a:t>SEVERIDAD:</a:t>
            </a:r>
            <a:r>
              <a:rPr lang="es-ES" sz="1600" b="1" u="none" spc="-45" strike="noStrike">
                <a:solidFill>
                  <a:srgbClr val="EF4444"/>
                </a:solidFill>
                <a:effectLst/>
                <a:uFillTx/>
                <a:latin typeface="Arial"/>
              </a:rPr>
              <a:t> </a:t>
            </a:r>
            <a:r>
              <a:rPr lang="es-ES" sz="1600" b="1" u="none" spc="-11" strike="noStrike">
                <a:solidFill>
                  <a:srgbClr val="EF4444"/>
                </a:solidFill>
                <a:effectLst/>
                <a:uFillTx/>
                <a:latin typeface="Arial"/>
              </a:rPr>
              <a:t>CRÍTICO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25000"/>
              </a:lnSpc>
              <a:spcBef>
                <a:spcPts val="210"/>
              </a:spcBef>
            </a:pPr>
            <a:r>
              <a:rPr lang="es-ES" sz="1100" b="0" u="none" strike="noStrike">
                <a:solidFill>
                  <a:srgbClr val="E2E8EF"/>
                </a:solidFill>
                <a:effectLst/>
                <a:uFillTx/>
                <a:latin typeface="Arial MT"/>
              </a:rPr>
              <a:t>La</a:t>
            </a:r>
            <a:r>
              <a:rPr lang="es-ES" sz="1100" b="0" u="none" spc="-31" strike="noStrike">
                <a:solidFill>
                  <a:srgbClr val="E2E8EF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E2E8EF"/>
                </a:solidFill>
                <a:effectLst/>
                <a:uFillTx/>
                <a:latin typeface="Arial MT"/>
              </a:rPr>
              <a:t>intrusión</a:t>
            </a:r>
            <a:r>
              <a:rPr lang="es-ES" sz="1100" b="0" u="none" spc="-31" strike="noStrike">
                <a:solidFill>
                  <a:srgbClr val="E2E8EF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E2E8EF"/>
                </a:solidFill>
                <a:effectLst/>
                <a:uFillTx/>
                <a:latin typeface="Arial MT"/>
              </a:rPr>
              <a:t>otorgó</a:t>
            </a:r>
            <a:r>
              <a:rPr lang="es-ES" sz="1100" b="0" u="none" spc="-31" strike="noStrike">
                <a:solidFill>
                  <a:srgbClr val="E2E8EF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E2E8EF"/>
                </a:solidFill>
                <a:effectLst/>
                <a:uFillTx/>
                <a:latin typeface="Arial MT"/>
              </a:rPr>
              <a:t>control</a:t>
            </a:r>
            <a:r>
              <a:rPr lang="es-ES" sz="1100" b="0" u="none" spc="-31" strike="noStrike">
                <a:solidFill>
                  <a:srgbClr val="E2E8EF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E2E8EF"/>
                </a:solidFill>
                <a:effectLst/>
                <a:uFillTx/>
                <a:latin typeface="Arial MT"/>
              </a:rPr>
              <a:t>total</a:t>
            </a:r>
            <a:r>
              <a:rPr lang="es-ES" sz="1100" b="0" u="none" spc="-31" strike="noStrike">
                <a:solidFill>
                  <a:srgbClr val="E2E8EF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E2E8EF"/>
                </a:solidFill>
                <a:effectLst/>
                <a:uFillTx/>
                <a:latin typeface="Arial MT"/>
              </a:rPr>
              <a:t>del</a:t>
            </a:r>
            <a:r>
              <a:rPr lang="es-ES" sz="1100" b="0" u="none" spc="-26" strike="noStrike">
                <a:solidFill>
                  <a:srgbClr val="E2E8EF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E2E8EF"/>
                </a:solidFill>
                <a:effectLst/>
                <a:uFillTx/>
                <a:latin typeface="Arial MT"/>
              </a:rPr>
              <a:t>kernel</a:t>
            </a:r>
            <a:r>
              <a:rPr lang="es-ES" sz="1100" b="0" u="none" spc="-31" strike="noStrike">
                <a:solidFill>
                  <a:srgbClr val="E2E8EF"/>
                </a:solidFill>
                <a:effectLst/>
                <a:uFillTx/>
                <a:latin typeface="Arial MT"/>
              </a:rPr>
              <a:t> (</a:t>
            </a:r>
            <a:r>
              <a:rPr lang="es-ES" sz="1100" b="0" u="none" spc="-31" strike="noStrike">
                <a:solidFill>
                  <a:srgbClr val="00B4B4"/>
                </a:solidFill>
                <a:effectLst/>
                <a:uFillTx/>
                <a:latin typeface="Arial MT"/>
              </a:rPr>
              <a:t>root</a:t>
            </a:r>
            <a:r>
              <a:rPr lang="es-ES" sz="1100" b="0" u="none" spc="-31" strike="noStrike">
                <a:solidFill>
                  <a:srgbClr val="E2E8EF"/>
                </a:solidFill>
                <a:effectLst/>
                <a:uFillTx/>
                <a:latin typeface="Arial MT"/>
              </a:rPr>
              <a:t>) </a:t>
            </a:r>
            <a:r>
              <a:rPr lang="es-ES" sz="1100" b="0" u="none" strike="noStrike">
                <a:solidFill>
                  <a:srgbClr val="E2E8EF"/>
                </a:solidFill>
                <a:effectLst/>
                <a:uFillTx/>
                <a:latin typeface="Arial MT"/>
              </a:rPr>
              <a:t>al</a:t>
            </a:r>
            <a:r>
              <a:rPr lang="es-ES" sz="1100" b="0" u="none" spc="-31" strike="noStrike">
                <a:solidFill>
                  <a:srgbClr val="E2E8EF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E2E8EF"/>
                </a:solidFill>
                <a:effectLst/>
                <a:uFillTx/>
                <a:latin typeface="Arial MT"/>
              </a:rPr>
              <a:t>atacante</a:t>
            </a:r>
            <a:r>
              <a:rPr lang="es-ES" sz="1100" b="0" u="none" spc="-31" strike="noStrike">
                <a:solidFill>
                  <a:srgbClr val="E2E8EF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E2E8EF"/>
                </a:solidFill>
                <a:effectLst/>
                <a:uFillTx/>
                <a:latin typeface="Arial MT"/>
              </a:rPr>
              <a:t>antes</a:t>
            </a:r>
            <a:r>
              <a:rPr lang="es-ES" sz="1100" b="0" u="none" spc="-31" strike="noStrike">
                <a:solidFill>
                  <a:srgbClr val="E2E8EF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E2E8EF"/>
                </a:solidFill>
                <a:effectLst/>
                <a:uFillTx/>
                <a:latin typeface="Arial MT"/>
              </a:rPr>
              <a:t>de</a:t>
            </a:r>
            <a:r>
              <a:rPr lang="es-ES" sz="1100" b="0" u="none" spc="-31" strike="noStrike">
                <a:solidFill>
                  <a:srgbClr val="E2E8EF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pc="-26" strike="noStrike">
                <a:solidFill>
                  <a:srgbClr val="E2E8EF"/>
                </a:solidFill>
                <a:effectLst/>
                <a:uFillTx/>
                <a:latin typeface="Arial MT"/>
              </a:rPr>
              <a:t>la </a:t>
            </a:r>
            <a:r>
              <a:rPr lang="es-ES" sz="1100" b="0" u="none" strike="noStrike">
                <a:solidFill>
                  <a:srgbClr val="E2E8EF"/>
                </a:solidFill>
                <a:effectLst/>
                <a:uFillTx/>
                <a:latin typeface="Arial MT"/>
              </a:rPr>
              <a:t>detección</a:t>
            </a:r>
            <a:r>
              <a:rPr lang="es-ES" sz="1100" b="0" u="none" spc="-34" strike="noStrike">
                <a:solidFill>
                  <a:srgbClr val="E2E8EF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E2E8EF"/>
                </a:solidFill>
                <a:effectLst/>
                <a:uFillTx/>
                <a:latin typeface="Arial MT"/>
              </a:rPr>
              <a:t>y</a:t>
            </a:r>
            <a:r>
              <a:rPr lang="es-ES" sz="1100" b="0" u="none" spc="-34" strike="noStrike">
                <a:solidFill>
                  <a:srgbClr val="E2E8EF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E2E8EF"/>
                </a:solidFill>
                <a:effectLst/>
                <a:uFillTx/>
                <a:latin typeface="Arial MT"/>
              </a:rPr>
              <a:t>contención</a:t>
            </a:r>
            <a:r>
              <a:rPr lang="es-ES" sz="1100" b="0" u="none" spc="-31" strike="noStrike">
                <a:solidFill>
                  <a:srgbClr val="E2E8EF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pc="-11" strike="noStrike">
                <a:solidFill>
                  <a:srgbClr val="E2E8EF"/>
                </a:solidFill>
                <a:effectLst/>
                <a:uFillTx/>
                <a:latin typeface="Arial MT"/>
              </a:rPr>
              <a:t>técnica.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object 12"/>
          <p:cNvSpPr/>
          <p:nvPr/>
        </p:nvSpPr>
        <p:spPr>
          <a:xfrm>
            <a:off x="5552280" y="3043440"/>
            <a:ext cx="4170600" cy="93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1500" b="1" u="none" strike="noStrike">
                <a:solidFill>
                  <a:srgbClr val="3B82F6"/>
                </a:solidFill>
                <a:effectLst/>
                <a:uFillTx/>
                <a:latin typeface="Arial"/>
              </a:rPr>
              <a:t>Alcance</a:t>
            </a:r>
            <a:r>
              <a:rPr lang="es-ES" sz="1500" b="1" u="none" spc="-20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1500" b="1" u="none" strike="noStrike">
                <a:solidFill>
                  <a:srgbClr val="3B82F6"/>
                </a:solidFill>
                <a:effectLst/>
                <a:uFillTx/>
                <a:latin typeface="Arial"/>
              </a:rPr>
              <a:t>de</a:t>
            </a:r>
            <a:r>
              <a:rPr lang="es-ES" sz="1500" b="1" u="none" spc="-14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1500" b="1" u="none" strike="noStrike">
                <a:solidFill>
                  <a:srgbClr val="3B82F6"/>
                </a:solidFill>
                <a:effectLst/>
                <a:uFillTx/>
                <a:latin typeface="Arial"/>
              </a:rPr>
              <a:t>la</a:t>
            </a:r>
            <a:r>
              <a:rPr lang="es-ES" sz="1500" b="1" u="none" spc="-14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1500" b="1" u="none" spc="-11" strike="noStrike">
                <a:solidFill>
                  <a:srgbClr val="3B82F6"/>
                </a:solidFill>
                <a:effectLst/>
                <a:uFillTx/>
                <a:latin typeface="Arial"/>
              </a:rPr>
              <a:t>Auditoría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25000"/>
              </a:lnSpc>
              <a:spcBef>
                <a:spcPts val="499"/>
              </a:spcBef>
            </a:pP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Recolección</a:t>
            </a:r>
            <a:r>
              <a:rPr lang="es-ES" sz="110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estricta</a:t>
            </a:r>
            <a:r>
              <a:rPr lang="es-ES" sz="110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10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evidencias,</a:t>
            </a:r>
            <a:r>
              <a:rPr lang="es-ES" sz="110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mapeo</a:t>
            </a:r>
            <a:r>
              <a:rPr lang="es-ES" sz="110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completo</a:t>
            </a:r>
            <a:r>
              <a:rPr lang="es-ES" sz="110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10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la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superficie</a:t>
            </a:r>
            <a:r>
              <a:rPr lang="es-ES" sz="110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expuesta,</a:t>
            </a:r>
            <a:r>
              <a:rPr lang="es-ES" sz="110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análisis</a:t>
            </a:r>
            <a:r>
              <a:rPr lang="es-ES" sz="110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10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persistencia</a:t>
            </a:r>
            <a:r>
              <a:rPr lang="es-ES" sz="110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local</a:t>
            </a:r>
            <a:r>
              <a:rPr lang="es-ES" sz="110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y</a:t>
            </a:r>
            <a:r>
              <a:rPr lang="es-ES" sz="110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plan</a:t>
            </a:r>
            <a:r>
              <a:rPr lang="es-ES" sz="110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estructural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10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endurecimiento.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object 13"/>
          <p:cNvSpPr/>
          <p:nvPr/>
        </p:nvSpPr>
        <p:spPr>
          <a:xfrm>
            <a:off x="936000" y="2546640"/>
            <a:ext cx="393804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25000"/>
              </a:lnSpc>
              <a:spcBef>
                <a:spcPts val="99"/>
              </a:spcBef>
            </a:pP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Un</a:t>
            </a:r>
            <a:r>
              <a:rPr lang="es-ES" sz="115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actor</a:t>
            </a:r>
            <a:r>
              <a:rPr lang="es-ES" sz="115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1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amenaza</a:t>
            </a:r>
            <a:r>
              <a:rPr lang="es-ES" sz="115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externo</a:t>
            </a:r>
            <a:r>
              <a:rPr lang="es-ES" sz="115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encadenó</a:t>
            </a:r>
            <a:r>
              <a:rPr lang="es-ES" sz="11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múltiples</a:t>
            </a:r>
            <a:r>
              <a:rPr lang="es-ES" sz="115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descuidos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150" b="0" u="none" spc="-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configuración manual e inseguridad en los 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servicios abiertos.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object 14"/>
          <p:cNvSpPr/>
          <p:nvPr/>
        </p:nvSpPr>
        <p:spPr>
          <a:xfrm>
            <a:off x="707400" y="2607480"/>
            <a:ext cx="14724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1150" b="1" u="none" spc="-136" strike="noStrike">
                <a:solidFill>
                  <a:srgbClr val="3B82F6"/>
                </a:solidFill>
                <a:effectLst/>
                <a:uFillTx/>
                <a:latin typeface="Yu Gothic"/>
              </a:rPr>
              <a:t>✓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object 15"/>
          <p:cNvSpPr/>
          <p:nvPr/>
        </p:nvSpPr>
        <p:spPr>
          <a:xfrm>
            <a:off x="936000" y="3318120"/>
            <a:ext cx="4024440" cy="45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25000"/>
              </a:lnSpc>
              <a:spcBef>
                <a:spcPts val="99"/>
              </a:spcBef>
            </a:pPr>
            <a:r>
              <a:rPr lang="es-ES" sz="1150" b="1" u="none" strike="noStrike">
                <a:solidFill>
                  <a:srgbClr val="93A3B8"/>
                </a:solidFill>
                <a:effectLst/>
                <a:uFillTx/>
                <a:latin typeface="Arial"/>
              </a:rPr>
              <a:t>Vector</a:t>
            </a:r>
            <a:r>
              <a:rPr lang="es-ES" sz="1150" b="1" u="none" spc="-60" strike="noStrike">
                <a:solidFill>
                  <a:srgbClr val="93A3B8"/>
                </a:solidFill>
                <a:effectLst/>
                <a:uFillTx/>
                <a:latin typeface="Arial"/>
              </a:rPr>
              <a:t> </a:t>
            </a:r>
            <a:r>
              <a:rPr lang="es-ES" sz="1150" b="1" u="none" strike="noStrike">
                <a:solidFill>
                  <a:srgbClr val="93A3B8"/>
                </a:solidFill>
                <a:effectLst/>
                <a:uFillTx/>
                <a:latin typeface="Arial"/>
              </a:rPr>
              <a:t>Perimetral:</a:t>
            </a:r>
            <a:r>
              <a:rPr lang="es-ES" sz="1150" b="1" u="none" spc="-51" strike="noStrike">
                <a:solidFill>
                  <a:srgbClr val="93A3B8"/>
                </a:solidFill>
                <a:effectLst/>
                <a:uFillTx/>
                <a:latin typeface="Arial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Explotación</a:t>
            </a:r>
            <a:r>
              <a:rPr lang="es-ES" sz="1150" b="0" u="none" spc="-45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exitosa</a:t>
            </a:r>
            <a:r>
              <a:rPr lang="es-ES" sz="1150" b="0" u="none" spc="-45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mediante</a:t>
            </a:r>
            <a:r>
              <a:rPr lang="es-ES" sz="1150" b="0" u="none" spc="-45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fuerza</a:t>
            </a:r>
            <a:r>
              <a:rPr lang="es-ES" sz="1150" b="0" u="none" spc="-45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bruta dirigida.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object 16"/>
          <p:cNvSpPr/>
          <p:nvPr/>
        </p:nvSpPr>
        <p:spPr>
          <a:xfrm>
            <a:off x="707400" y="3379320"/>
            <a:ext cx="14724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1150" b="1" u="none" spc="-136" strike="noStrike">
                <a:solidFill>
                  <a:srgbClr val="3B82F6"/>
                </a:solidFill>
                <a:effectLst/>
                <a:uFillTx/>
                <a:latin typeface="Yu Gothic"/>
              </a:rPr>
              <a:t>✓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object 17"/>
          <p:cNvSpPr/>
          <p:nvPr/>
        </p:nvSpPr>
        <p:spPr>
          <a:xfrm>
            <a:off x="936000" y="3870720"/>
            <a:ext cx="4055040" cy="45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25000"/>
              </a:lnSpc>
              <a:spcBef>
                <a:spcPts val="99"/>
              </a:spcBef>
            </a:pPr>
            <a:r>
              <a:rPr lang="es-ES" sz="1150" b="1" u="none" strike="noStrike">
                <a:solidFill>
                  <a:srgbClr val="93A3B8"/>
                </a:solidFill>
                <a:effectLst/>
                <a:uFillTx/>
                <a:latin typeface="Arial"/>
              </a:rPr>
              <a:t>Evolución</a:t>
            </a:r>
            <a:r>
              <a:rPr lang="es-ES" sz="1150" b="1" u="none" spc="-34" strike="noStrike">
                <a:solidFill>
                  <a:srgbClr val="93A3B8"/>
                </a:solidFill>
                <a:effectLst/>
                <a:uFillTx/>
                <a:latin typeface="Arial"/>
              </a:rPr>
              <a:t> </a:t>
            </a:r>
            <a:r>
              <a:rPr lang="es-ES" sz="1150" b="1" u="none" strike="noStrike">
                <a:solidFill>
                  <a:srgbClr val="93A3B8"/>
                </a:solidFill>
                <a:effectLst/>
                <a:uFillTx/>
                <a:latin typeface="Arial"/>
              </a:rPr>
              <a:t>Lateral:</a:t>
            </a:r>
            <a:r>
              <a:rPr lang="es-ES" sz="1150" b="1" u="none" spc="-34" strike="noStrike">
                <a:solidFill>
                  <a:srgbClr val="93A3B8"/>
                </a:solidFill>
                <a:effectLst/>
                <a:uFillTx/>
                <a:latin typeface="Arial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Compromiso</a:t>
            </a:r>
            <a:r>
              <a:rPr lang="es-ES" sz="1150" b="0" u="none" spc="-3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del</a:t>
            </a:r>
            <a:r>
              <a:rPr lang="es-ES" sz="11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entorno</a:t>
            </a:r>
            <a:r>
              <a:rPr lang="es-ES" sz="11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150" b="0" u="none" spc="-3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persistencia</a:t>
            </a:r>
            <a:r>
              <a:rPr lang="es-ES" sz="11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pc="-51" strike="noStrike">
                <a:solidFill>
                  <a:srgbClr val="93A3B8"/>
                </a:solidFill>
                <a:effectLst/>
                <a:uFillTx/>
                <a:latin typeface="Arial MT"/>
              </a:rPr>
              <a:t>y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base</a:t>
            </a:r>
            <a:r>
              <a:rPr lang="es-ES" sz="11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1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datos</a:t>
            </a:r>
            <a:r>
              <a:rPr lang="es-ES" sz="11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local.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object 18"/>
          <p:cNvSpPr/>
          <p:nvPr/>
        </p:nvSpPr>
        <p:spPr>
          <a:xfrm>
            <a:off x="707400" y="3931560"/>
            <a:ext cx="14724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1150" b="1" u="none" spc="-136" strike="noStrike">
                <a:solidFill>
                  <a:srgbClr val="3B82F6"/>
                </a:solidFill>
                <a:effectLst/>
                <a:uFillTx/>
                <a:latin typeface="Yu Gothic"/>
              </a:rPr>
              <a:t>✓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Pituss2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5BE5E6F-35AF-47C0-9F03-6E8299F670EE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object 2"/>
          <p:cNvGrpSpPr/>
          <p:nvPr/>
        </p:nvGrpSpPr>
        <p:grpSpPr>
          <a:xfrm>
            <a:off x="720000" y="1590120"/>
            <a:ext cx="2867400" cy="3959640"/>
            <a:chOff x="720000" y="1590120"/>
            <a:chExt cx="2867400" cy="3959640"/>
          </a:xfrm>
        </p:grpSpPr>
        <p:sp>
          <p:nvSpPr>
            <p:cNvPr id="64" name="object 3"/>
            <p:cNvSpPr/>
            <p:nvPr/>
          </p:nvSpPr>
          <p:spPr>
            <a:xfrm>
              <a:off x="720000" y="1590120"/>
              <a:ext cx="2867400" cy="3959640"/>
            </a:xfrm>
            <a:custGeom>
              <a:avLst/>
              <a:gdLst>
                <a:gd name="textAreaLeft" fmla="*/ 0 w 2867400"/>
                <a:gd name="textAreaRight" fmla="*/ 2868120 w 2867400"/>
                <a:gd name="textAreaTop" fmla="*/ 0 h 3959640"/>
                <a:gd name="textAreaBottom" fmla="*/ 3960360 h 3959640"/>
              </a:gdLst>
              <a:ahLst/>
              <a:cxnLst/>
              <a:rect l="textAreaLeft" t="textAreaTop" r="textAreaRight" b="textAreaBottom"/>
              <a:pathLst>
                <a:path w="2868295" h="3960495">
                  <a:moveTo>
                    <a:pt x="2753700" y="3960000"/>
                  </a:moveTo>
                  <a:lnTo>
                    <a:pt x="114300" y="3960000"/>
                  </a:lnTo>
                  <a:lnTo>
                    <a:pt x="69919" y="3950981"/>
                  </a:lnTo>
                  <a:lnTo>
                    <a:pt x="33575" y="3926424"/>
                  </a:lnTo>
                  <a:lnTo>
                    <a:pt x="9018" y="3890080"/>
                  </a:lnTo>
                  <a:lnTo>
                    <a:pt x="0" y="3845700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2753700" y="0"/>
                  </a:lnTo>
                  <a:lnTo>
                    <a:pt x="2798080" y="9018"/>
                  </a:lnTo>
                  <a:lnTo>
                    <a:pt x="2834424" y="33575"/>
                  </a:lnTo>
                  <a:lnTo>
                    <a:pt x="2858981" y="69919"/>
                  </a:lnTo>
                  <a:lnTo>
                    <a:pt x="2868000" y="114300"/>
                  </a:lnTo>
                  <a:lnTo>
                    <a:pt x="2868000" y="3845700"/>
                  </a:lnTo>
                  <a:lnTo>
                    <a:pt x="2858981" y="3890080"/>
                  </a:lnTo>
                  <a:lnTo>
                    <a:pt x="2834424" y="3926424"/>
                  </a:lnTo>
                  <a:lnTo>
                    <a:pt x="2798080" y="3950981"/>
                  </a:lnTo>
                  <a:lnTo>
                    <a:pt x="2753700" y="3960000"/>
                  </a:lnTo>
                  <a:close/>
                </a:path>
              </a:pathLst>
            </a:custGeom>
            <a:solidFill>
              <a:srgbClr val="FFFFFF">
                <a:alpha val="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object 4"/>
            <p:cNvSpPr/>
            <p:nvPr/>
          </p:nvSpPr>
          <p:spPr>
            <a:xfrm>
              <a:off x="720000" y="1590120"/>
              <a:ext cx="2867400" cy="3959640"/>
            </a:xfrm>
            <a:custGeom>
              <a:avLst/>
              <a:gdLst>
                <a:gd name="textAreaLeft" fmla="*/ 0 w 2867400"/>
                <a:gd name="textAreaRight" fmla="*/ 2868120 w 2867400"/>
                <a:gd name="textAreaTop" fmla="*/ 0 h 3959640"/>
                <a:gd name="textAreaBottom" fmla="*/ 3960360 h 3959640"/>
              </a:gdLst>
              <a:ahLst/>
              <a:cxnLst/>
              <a:rect l="textAreaLeft" t="textAreaTop" r="textAreaRight" b="textAreaBottom"/>
              <a:pathLst>
                <a:path w="2868295" h="3960495">
                  <a:moveTo>
                    <a:pt x="2753700" y="3960000"/>
                  </a:moveTo>
                  <a:lnTo>
                    <a:pt x="114300" y="3960000"/>
                  </a:lnTo>
                  <a:lnTo>
                    <a:pt x="69919" y="3950981"/>
                  </a:lnTo>
                  <a:lnTo>
                    <a:pt x="33575" y="3926424"/>
                  </a:lnTo>
                  <a:lnTo>
                    <a:pt x="9018" y="3890080"/>
                  </a:lnTo>
                  <a:lnTo>
                    <a:pt x="0" y="3845700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2753700" y="0"/>
                  </a:lnTo>
                  <a:lnTo>
                    <a:pt x="2798080" y="9018"/>
                  </a:lnTo>
                  <a:lnTo>
                    <a:pt x="2798829" y="9525"/>
                  </a:lnTo>
                  <a:lnTo>
                    <a:pt x="114300" y="9525"/>
                  </a:lnTo>
                  <a:lnTo>
                    <a:pt x="73617" y="17792"/>
                  </a:lnTo>
                  <a:lnTo>
                    <a:pt x="40302" y="40302"/>
                  </a:lnTo>
                  <a:lnTo>
                    <a:pt x="17792" y="73617"/>
                  </a:lnTo>
                  <a:lnTo>
                    <a:pt x="9525" y="114300"/>
                  </a:lnTo>
                  <a:lnTo>
                    <a:pt x="9525" y="3845700"/>
                  </a:lnTo>
                  <a:lnTo>
                    <a:pt x="17792" y="3886382"/>
                  </a:lnTo>
                  <a:lnTo>
                    <a:pt x="40302" y="3919697"/>
                  </a:lnTo>
                  <a:lnTo>
                    <a:pt x="73617" y="3942207"/>
                  </a:lnTo>
                  <a:lnTo>
                    <a:pt x="114300" y="3950475"/>
                  </a:lnTo>
                  <a:lnTo>
                    <a:pt x="2798829" y="3950475"/>
                  </a:lnTo>
                  <a:lnTo>
                    <a:pt x="2798080" y="3950981"/>
                  </a:lnTo>
                  <a:lnTo>
                    <a:pt x="2753700" y="3960000"/>
                  </a:lnTo>
                  <a:close/>
                </a:path>
                <a:path w="2868295" h="3960495">
                  <a:moveTo>
                    <a:pt x="2798829" y="3950475"/>
                  </a:moveTo>
                  <a:lnTo>
                    <a:pt x="2753700" y="3950475"/>
                  </a:lnTo>
                  <a:lnTo>
                    <a:pt x="2794382" y="3942207"/>
                  </a:lnTo>
                  <a:lnTo>
                    <a:pt x="2827697" y="3919697"/>
                  </a:lnTo>
                  <a:lnTo>
                    <a:pt x="2850207" y="3886382"/>
                  </a:lnTo>
                  <a:lnTo>
                    <a:pt x="2858475" y="3845700"/>
                  </a:lnTo>
                  <a:lnTo>
                    <a:pt x="2858475" y="114300"/>
                  </a:lnTo>
                  <a:lnTo>
                    <a:pt x="2850207" y="73617"/>
                  </a:lnTo>
                  <a:lnTo>
                    <a:pt x="2827697" y="40302"/>
                  </a:lnTo>
                  <a:lnTo>
                    <a:pt x="2794382" y="17792"/>
                  </a:lnTo>
                  <a:lnTo>
                    <a:pt x="2753700" y="9525"/>
                  </a:lnTo>
                  <a:lnTo>
                    <a:pt x="2798829" y="9525"/>
                  </a:lnTo>
                  <a:lnTo>
                    <a:pt x="2834424" y="33575"/>
                  </a:lnTo>
                  <a:lnTo>
                    <a:pt x="2858981" y="69919"/>
                  </a:lnTo>
                  <a:lnTo>
                    <a:pt x="2868000" y="114300"/>
                  </a:lnTo>
                  <a:lnTo>
                    <a:pt x="2868000" y="3845700"/>
                  </a:lnTo>
                  <a:lnTo>
                    <a:pt x="2858981" y="3890080"/>
                  </a:lnTo>
                  <a:lnTo>
                    <a:pt x="2834424" y="3926424"/>
                  </a:lnTo>
                  <a:lnTo>
                    <a:pt x="2798829" y="3950475"/>
                  </a:lnTo>
                  <a:close/>
                </a:path>
              </a:pathLst>
            </a:custGeom>
            <a:solidFill>
              <a:srgbClr val="FFFFFF">
                <a:alpha val="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6" name="object 5"/>
          <p:cNvGrpSpPr/>
          <p:nvPr/>
        </p:nvGrpSpPr>
        <p:grpSpPr>
          <a:xfrm>
            <a:off x="3804120" y="1590120"/>
            <a:ext cx="2867400" cy="3959640"/>
            <a:chOff x="3804120" y="1590120"/>
            <a:chExt cx="2867400" cy="3959640"/>
          </a:xfrm>
        </p:grpSpPr>
        <p:sp>
          <p:nvSpPr>
            <p:cNvPr id="67" name="object 6"/>
            <p:cNvSpPr/>
            <p:nvPr/>
          </p:nvSpPr>
          <p:spPr>
            <a:xfrm>
              <a:off x="3804120" y="1590120"/>
              <a:ext cx="2867400" cy="3959640"/>
            </a:xfrm>
            <a:custGeom>
              <a:avLst/>
              <a:gdLst>
                <a:gd name="textAreaLeft" fmla="*/ 0 w 2867400"/>
                <a:gd name="textAreaRight" fmla="*/ 2868120 w 2867400"/>
                <a:gd name="textAreaTop" fmla="*/ 0 h 3959640"/>
                <a:gd name="textAreaBottom" fmla="*/ 3960360 h 3959640"/>
              </a:gdLst>
              <a:ahLst/>
              <a:cxnLst/>
              <a:rect l="textAreaLeft" t="textAreaTop" r="textAreaRight" b="textAreaBottom"/>
              <a:pathLst>
                <a:path w="2868295" h="3960495">
                  <a:moveTo>
                    <a:pt x="2753700" y="3960000"/>
                  </a:moveTo>
                  <a:lnTo>
                    <a:pt x="114300" y="3960000"/>
                  </a:lnTo>
                  <a:lnTo>
                    <a:pt x="69919" y="3950981"/>
                  </a:lnTo>
                  <a:lnTo>
                    <a:pt x="33575" y="3926424"/>
                  </a:lnTo>
                  <a:lnTo>
                    <a:pt x="9018" y="3890080"/>
                  </a:lnTo>
                  <a:lnTo>
                    <a:pt x="0" y="3845700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2753700" y="0"/>
                  </a:lnTo>
                  <a:lnTo>
                    <a:pt x="2798080" y="9018"/>
                  </a:lnTo>
                  <a:lnTo>
                    <a:pt x="2834424" y="33575"/>
                  </a:lnTo>
                  <a:lnTo>
                    <a:pt x="2858981" y="69919"/>
                  </a:lnTo>
                  <a:lnTo>
                    <a:pt x="2868000" y="114300"/>
                  </a:lnTo>
                  <a:lnTo>
                    <a:pt x="2868000" y="3845700"/>
                  </a:lnTo>
                  <a:lnTo>
                    <a:pt x="2858981" y="3890080"/>
                  </a:lnTo>
                  <a:lnTo>
                    <a:pt x="2834424" y="3926424"/>
                  </a:lnTo>
                  <a:lnTo>
                    <a:pt x="2798080" y="3950981"/>
                  </a:lnTo>
                  <a:lnTo>
                    <a:pt x="2753700" y="3960000"/>
                  </a:lnTo>
                  <a:close/>
                </a:path>
              </a:pathLst>
            </a:custGeom>
            <a:solidFill>
              <a:srgbClr val="FFFFFF">
                <a:alpha val="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object 7"/>
            <p:cNvSpPr/>
            <p:nvPr/>
          </p:nvSpPr>
          <p:spPr>
            <a:xfrm>
              <a:off x="3804120" y="1590120"/>
              <a:ext cx="2867400" cy="3959640"/>
            </a:xfrm>
            <a:custGeom>
              <a:avLst/>
              <a:gdLst>
                <a:gd name="textAreaLeft" fmla="*/ 0 w 2867400"/>
                <a:gd name="textAreaRight" fmla="*/ 2868120 w 2867400"/>
                <a:gd name="textAreaTop" fmla="*/ 0 h 3959640"/>
                <a:gd name="textAreaBottom" fmla="*/ 3960360 h 3959640"/>
              </a:gdLst>
              <a:ahLst/>
              <a:cxnLst/>
              <a:rect l="textAreaLeft" t="textAreaTop" r="textAreaRight" b="textAreaBottom"/>
              <a:pathLst>
                <a:path w="2868295" h="3960495">
                  <a:moveTo>
                    <a:pt x="2753700" y="3960000"/>
                  </a:moveTo>
                  <a:lnTo>
                    <a:pt x="114300" y="3960000"/>
                  </a:lnTo>
                  <a:lnTo>
                    <a:pt x="69919" y="3950981"/>
                  </a:lnTo>
                  <a:lnTo>
                    <a:pt x="33575" y="3926424"/>
                  </a:lnTo>
                  <a:lnTo>
                    <a:pt x="9018" y="3890080"/>
                  </a:lnTo>
                  <a:lnTo>
                    <a:pt x="0" y="3845700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2753700" y="0"/>
                  </a:lnTo>
                  <a:lnTo>
                    <a:pt x="2798080" y="9018"/>
                  </a:lnTo>
                  <a:lnTo>
                    <a:pt x="2798829" y="9525"/>
                  </a:lnTo>
                  <a:lnTo>
                    <a:pt x="114300" y="9525"/>
                  </a:lnTo>
                  <a:lnTo>
                    <a:pt x="73617" y="17792"/>
                  </a:lnTo>
                  <a:lnTo>
                    <a:pt x="40302" y="40302"/>
                  </a:lnTo>
                  <a:lnTo>
                    <a:pt x="17792" y="73617"/>
                  </a:lnTo>
                  <a:lnTo>
                    <a:pt x="9525" y="114300"/>
                  </a:lnTo>
                  <a:lnTo>
                    <a:pt x="9525" y="3845700"/>
                  </a:lnTo>
                  <a:lnTo>
                    <a:pt x="17792" y="3886382"/>
                  </a:lnTo>
                  <a:lnTo>
                    <a:pt x="40302" y="3919697"/>
                  </a:lnTo>
                  <a:lnTo>
                    <a:pt x="73617" y="3942207"/>
                  </a:lnTo>
                  <a:lnTo>
                    <a:pt x="114300" y="3950475"/>
                  </a:lnTo>
                  <a:lnTo>
                    <a:pt x="2798829" y="3950475"/>
                  </a:lnTo>
                  <a:lnTo>
                    <a:pt x="2798080" y="3950981"/>
                  </a:lnTo>
                  <a:lnTo>
                    <a:pt x="2753700" y="3960000"/>
                  </a:lnTo>
                  <a:close/>
                </a:path>
                <a:path w="2868295" h="3960495">
                  <a:moveTo>
                    <a:pt x="2798829" y="3950475"/>
                  </a:moveTo>
                  <a:lnTo>
                    <a:pt x="2753700" y="3950475"/>
                  </a:lnTo>
                  <a:lnTo>
                    <a:pt x="2794382" y="3942207"/>
                  </a:lnTo>
                  <a:lnTo>
                    <a:pt x="2827697" y="3919697"/>
                  </a:lnTo>
                  <a:lnTo>
                    <a:pt x="2850207" y="3886382"/>
                  </a:lnTo>
                  <a:lnTo>
                    <a:pt x="2858475" y="3845700"/>
                  </a:lnTo>
                  <a:lnTo>
                    <a:pt x="2858475" y="114300"/>
                  </a:lnTo>
                  <a:lnTo>
                    <a:pt x="2850207" y="73617"/>
                  </a:lnTo>
                  <a:lnTo>
                    <a:pt x="2827697" y="40302"/>
                  </a:lnTo>
                  <a:lnTo>
                    <a:pt x="2794382" y="17792"/>
                  </a:lnTo>
                  <a:lnTo>
                    <a:pt x="2753700" y="9525"/>
                  </a:lnTo>
                  <a:lnTo>
                    <a:pt x="2798829" y="9525"/>
                  </a:lnTo>
                  <a:lnTo>
                    <a:pt x="2834424" y="33575"/>
                  </a:lnTo>
                  <a:lnTo>
                    <a:pt x="2858981" y="69919"/>
                  </a:lnTo>
                  <a:lnTo>
                    <a:pt x="2868000" y="114300"/>
                  </a:lnTo>
                  <a:lnTo>
                    <a:pt x="2868000" y="3845700"/>
                  </a:lnTo>
                  <a:lnTo>
                    <a:pt x="2858981" y="3890080"/>
                  </a:lnTo>
                  <a:lnTo>
                    <a:pt x="2834424" y="3926424"/>
                  </a:lnTo>
                  <a:lnTo>
                    <a:pt x="2798829" y="3950475"/>
                  </a:lnTo>
                  <a:close/>
                </a:path>
              </a:pathLst>
            </a:custGeom>
            <a:solidFill>
              <a:srgbClr val="FFFFFF">
                <a:alpha val="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9" name="object 8"/>
          <p:cNvGrpSpPr/>
          <p:nvPr/>
        </p:nvGrpSpPr>
        <p:grpSpPr>
          <a:xfrm>
            <a:off x="6887880" y="1590120"/>
            <a:ext cx="3083400" cy="3959640"/>
            <a:chOff x="6887880" y="1590120"/>
            <a:chExt cx="3083400" cy="3959640"/>
          </a:xfrm>
        </p:grpSpPr>
        <p:sp>
          <p:nvSpPr>
            <p:cNvPr id="70" name="object 9"/>
            <p:cNvSpPr/>
            <p:nvPr/>
          </p:nvSpPr>
          <p:spPr>
            <a:xfrm>
              <a:off x="6887880" y="1590120"/>
              <a:ext cx="3083400" cy="3959640"/>
            </a:xfrm>
            <a:custGeom>
              <a:avLst/>
              <a:gdLst>
                <a:gd name="textAreaLeft" fmla="*/ 0 w 3083400"/>
                <a:gd name="textAreaRight" fmla="*/ 3084120 w 3083400"/>
                <a:gd name="textAreaTop" fmla="*/ 0 h 3959640"/>
                <a:gd name="textAreaBottom" fmla="*/ 3960360 h 3959640"/>
              </a:gdLst>
              <a:ahLst/>
              <a:cxnLst/>
              <a:rect l="textAreaLeft" t="textAreaTop" r="textAreaRight" b="textAreaBottom"/>
              <a:pathLst>
                <a:path w="3084195" h="3960495">
                  <a:moveTo>
                    <a:pt x="2969700" y="3960000"/>
                  </a:moveTo>
                  <a:lnTo>
                    <a:pt x="114300" y="3960000"/>
                  </a:lnTo>
                  <a:lnTo>
                    <a:pt x="69919" y="3950981"/>
                  </a:lnTo>
                  <a:lnTo>
                    <a:pt x="33575" y="3926424"/>
                  </a:lnTo>
                  <a:lnTo>
                    <a:pt x="9018" y="3890080"/>
                  </a:lnTo>
                  <a:lnTo>
                    <a:pt x="0" y="3845700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2969700" y="0"/>
                  </a:lnTo>
                  <a:lnTo>
                    <a:pt x="3014080" y="9018"/>
                  </a:lnTo>
                  <a:lnTo>
                    <a:pt x="3050424" y="33575"/>
                  </a:lnTo>
                  <a:lnTo>
                    <a:pt x="3074981" y="69919"/>
                  </a:lnTo>
                  <a:lnTo>
                    <a:pt x="3084000" y="114300"/>
                  </a:lnTo>
                  <a:lnTo>
                    <a:pt x="3084000" y="3845700"/>
                  </a:lnTo>
                  <a:lnTo>
                    <a:pt x="3074981" y="3890080"/>
                  </a:lnTo>
                  <a:lnTo>
                    <a:pt x="3050424" y="3926424"/>
                  </a:lnTo>
                  <a:lnTo>
                    <a:pt x="3014080" y="3950981"/>
                  </a:lnTo>
                  <a:lnTo>
                    <a:pt x="2969700" y="3960000"/>
                  </a:lnTo>
                  <a:close/>
                </a:path>
              </a:pathLst>
            </a:custGeom>
            <a:solidFill>
              <a:srgbClr val="FFFFFF">
                <a:alpha val="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object 10"/>
            <p:cNvSpPr/>
            <p:nvPr/>
          </p:nvSpPr>
          <p:spPr>
            <a:xfrm>
              <a:off x="6887880" y="1590120"/>
              <a:ext cx="3083400" cy="3959640"/>
            </a:xfrm>
            <a:custGeom>
              <a:avLst/>
              <a:gdLst>
                <a:gd name="textAreaLeft" fmla="*/ 0 w 3083400"/>
                <a:gd name="textAreaRight" fmla="*/ 3084120 w 3083400"/>
                <a:gd name="textAreaTop" fmla="*/ 0 h 3959640"/>
                <a:gd name="textAreaBottom" fmla="*/ 3960360 h 3959640"/>
              </a:gdLst>
              <a:ahLst/>
              <a:cxnLst/>
              <a:rect l="textAreaLeft" t="textAreaTop" r="textAreaRight" b="textAreaBottom"/>
              <a:pathLst>
                <a:path w="3084195" h="3960495">
                  <a:moveTo>
                    <a:pt x="2969700" y="3960000"/>
                  </a:moveTo>
                  <a:lnTo>
                    <a:pt x="114300" y="3960000"/>
                  </a:lnTo>
                  <a:lnTo>
                    <a:pt x="69919" y="3950981"/>
                  </a:lnTo>
                  <a:lnTo>
                    <a:pt x="33575" y="3926424"/>
                  </a:lnTo>
                  <a:lnTo>
                    <a:pt x="9018" y="3890080"/>
                  </a:lnTo>
                  <a:lnTo>
                    <a:pt x="0" y="3845700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2969700" y="0"/>
                  </a:lnTo>
                  <a:lnTo>
                    <a:pt x="3014080" y="9018"/>
                  </a:lnTo>
                  <a:lnTo>
                    <a:pt x="3014829" y="9525"/>
                  </a:lnTo>
                  <a:lnTo>
                    <a:pt x="114300" y="9525"/>
                  </a:lnTo>
                  <a:lnTo>
                    <a:pt x="73617" y="17792"/>
                  </a:lnTo>
                  <a:lnTo>
                    <a:pt x="40302" y="40302"/>
                  </a:lnTo>
                  <a:lnTo>
                    <a:pt x="17792" y="73617"/>
                  </a:lnTo>
                  <a:lnTo>
                    <a:pt x="9525" y="114300"/>
                  </a:lnTo>
                  <a:lnTo>
                    <a:pt x="9525" y="3845700"/>
                  </a:lnTo>
                  <a:lnTo>
                    <a:pt x="17792" y="3886382"/>
                  </a:lnTo>
                  <a:lnTo>
                    <a:pt x="40302" y="3919697"/>
                  </a:lnTo>
                  <a:lnTo>
                    <a:pt x="73617" y="3942207"/>
                  </a:lnTo>
                  <a:lnTo>
                    <a:pt x="114300" y="3950475"/>
                  </a:lnTo>
                  <a:lnTo>
                    <a:pt x="3014829" y="3950475"/>
                  </a:lnTo>
                  <a:lnTo>
                    <a:pt x="3014080" y="3950981"/>
                  </a:lnTo>
                  <a:lnTo>
                    <a:pt x="2969700" y="3960000"/>
                  </a:lnTo>
                  <a:close/>
                </a:path>
                <a:path w="3084195" h="3960495">
                  <a:moveTo>
                    <a:pt x="3014829" y="3950475"/>
                  </a:moveTo>
                  <a:lnTo>
                    <a:pt x="2969700" y="3950475"/>
                  </a:lnTo>
                  <a:lnTo>
                    <a:pt x="3010382" y="3942207"/>
                  </a:lnTo>
                  <a:lnTo>
                    <a:pt x="3043697" y="3919697"/>
                  </a:lnTo>
                  <a:lnTo>
                    <a:pt x="3066207" y="3886382"/>
                  </a:lnTo>
                  <a:lnTo>
                    <a:pt x="3074475" y="3845700"/>
                  </a:lnTo>
                  <a:lnTo>
                    <a:pt x="3074475" y="114300"/>
                  </a:lnTo>
                  <a:lnTo>
                    <a:pt x="3066207" y="73617"/>
                  </a:lnTo>
                  <a:lnTo>
                    <a:pt x="3043697" y="40302"/>
                  </a:lnTo>
                  <a:lnTo>
                    <a:pt x="3010382" y="17792"/>
                  </a:lnTo>
                  <a:lnTo>
                    <a:pt x="2969700" y="9525"/>
                  </a:lnTo>
                  <a:lnTo>
                    <a:pt x="3014829" y="9525"/>
                  </a:lnTo>
                  <a:lnTo>
                    <a:pt x="3050424" y="33575"/>
                  </a:lnTo>
                  <a:lnTo>
                    <a:pt x="3074981" y="69919"/>
                  </a:lnTo>
                  <a:lnTo>
                    <a:pt x="3084000" y="114300"/>
                  </a:lnTo>
                  <a:lnTo>
                    <a:pt x="3084000" y="3845700"/>
                  </a:lnTo>
                  <a:lnTo>
                    <a:pt x="3074981" y="3890080"/>
                  </a:lnTo>
                  <a:lnTo>
                    <a:pt x="3050424" y="3926424"/>
                  </a:lnTo>
                  <a:lnTo>
                    <a:pt x="3014829" y="3950475"/>
                  </a:lnTo>
                  <a:close/>
                </a:path>
              </a:pathLst>
            </a:custGeom>
            <a:solidFill>
              <a:srgbClr val="FFFFFF">
                <a:alpha val="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69400" y="797760"/>
            <a:ext cx="6562080" cy="42228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es-ES" sz="2600" b="0" u="none" spc="-71" strike="noStrike">
                <a:solidFill>
                  <a:srgbClr val="BDF264"/>
                </a:solidFill>
                <a:effectLst/>
                <a:uFillTx/>
                <a:latin typeface="Arial MT"/>
              </a:rPr>
              <a:t>METODOLOGÍA</a:t>
            </a:r>
            <a:r>
              <a:rPr lang="es-ES" sz="2600" b="0" u="none" spc="-113" strike="noStrike">
                <a:solidFill>
                  <a:srgbClr val="BDF264"/>
                </a:solidFill>
                <a:effectLst/>
                <a:uFillTx/>
                <a:latin typeface="Arial MT"/>
              </a:rPr>
              <a:t> </a:t>
            </a:r>
            <a:r>
              <a:rPr lang="es-ES" sz="2600" b="0" u="none" strike="noStrike">
                <a:solidFill>
                  <a:srgbClr val="BDF264"/>
                </a:solidFill>
                <a:effectLst/>
                <a:uFillTx/>
                <a:latin typeface="Arial MT"/>
              </a:rPr>
              <a:t>DE</a:t>
            </a:r>
            <a:r>
              <a:rPr lang="es-ES" sz="2600" b="0" u="none" spc="-130" strike="noStrike">
                <a:solidFill>
                  <a:srgbClr val="BDF264"/>
                </a:solidFill>
                <a:effectLst/>
                <a:uFillTx/>
                <a:latin typeface="Arial MT"/>
              </a:rPr>
              <a:t> </a:t>
            </a:r>
            <a:r>
              <a:rPr lang="es-ES" sz="2600" b="0" u="none" spc="-54" strike="noStrike">
                <a:solidFill>
                  <a:srgbClr val="BDF264"/>
                </a:solidFill>
                <a:effectLst/>
                <a:uFillTx/>
                <a:latin typeface="Arial MT"/>
              </a:rPr>
              <a:t>INVESTIGACIÓN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3" name="object 12"/>
          <p:cNvSpPr/>
          <p:nvPr/>
        </p:nvSpPr>
        <p:spPr>
          <a:xfrm>
            <a:off x="926280" y="1748520"/>
            <a:ext cx="123768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1400" b="1" u="none" strike="noStrike">
                <a:solidFill>
                  <a:srgbClr val="BDF264"/>
                </a:solidFill>
                <a:effectLst/>
                <a:uFillTx/>
                <a:latin typeface="Arial"/>
              </a:rPr>
              <a:t>1. </a:t>
            </a:r>
            <a:r>
              <a:rPr lang="es-ES" sz="1400" b="1" u="none" spc="-11" strike="noStrike">
                <a:solidFill>
                  <a:srgbClr val="BDF264"/>
                </a:solidFill>
                <a:effectLst/>
                <a:uFillTx/>
                <a:latin typeface="Arial"/>
              </a:rPr>
              <a:t>Adquisición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object 13"/>
          <p:cNvSpPr/>
          <p:nvPr/>
        </p:nvSpPr>
        <p:spPr>
          <a:xfrm>
            <a:off x="926280" y="2073600"/>
            <a:ext cx="2234520" cy="64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25000"/>
              </a:lnSpc>
              <a:spcBef>
                <a:spcPts val="99"/>
              </a:spcBef>
            </a:pP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Extracción</a:t>
            </a:r>
            <a:r>
              <a:rPr lang="es-ES" sz="110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física</a:t>
            </a:r>
            <a:r>
              <a:rPr lang="es-ES" sz="1100" b="0" u="none" spc="-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bit-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a-bit</a:t>
            </a:r>
            <a:r>
              <a:rPr lang="es-ES" sz="1100" b="0" u="none" spc="-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del </a:t>
            </a:r>
            <a:r>
              <a:rPr lang="es-ES" sz="110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almacenamiento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 afectado</a:t>
            </a:r>
            <a:r>
              <a:rPr lang="es-ES" sz="1100" b="0" u="none" spc="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mediante </a:t>
            </a:r>
            <a:r>
              <a:rPr lang="es-ES" sz="1100" b="1" u="none" strike="noStrike">
                <a:solidFill>
                  <a:srgbClr val="93A3B8"/>
                </a:solidFill>
                <a:effectLst/>
                <a:uFillTx/>
                <a:latin typeface="Arial"/>
              </a:rPr>
              <a:t>FTK</a:t>
            </a:r>
            <a:r>
              <a:rPr lang="es-ES" sz="1100" b="1" u="none" spc="-20" strike="noStrike">
                <a:solidFill>
                  <a:srgbClr val="93A3B8"/>
                </a:solidFill>
                <a:effectLst/>
                <a:uFillTx/>
                <a:latin typeface="Arial"/>
              </a:rPr>
              <a:t> </a:t>
            </a:r>
            <a:r>
              <a:rPr lang="es-ES" sz="1100" b="1" u="none" spc="-11" strike="noStrike">
                <a:solidFill>
                  <a:srgbClr val="93A3B8"/>
                </a:solidFill>
                <a:effectLst/>
                <a:uFillTx/>
                <a:latin typeface="Arial"/>
              </a:rPr>
              <a:t>Imager</a:t>
            </a:r>
            <a:r>
              <a:rPr lang="es-ES" sz="110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object 14"/>
          <p:cNvSpPr/>
          <p:nvPr/>
        </p:nvSpPr>
        <p:spPr>
          <a:xfrm>
            <a:off x="926280" y="2846160"/>
            <a:ext cx="2233800" cy="85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25000"/>
              </a:lnSpc>
              <a:spcBef>
                <a:spcPts val="99"/>
              </a:spcBef>
            </a:pPr>
            <a:r>
              <a:rPr lang="es-ES" sz="110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Volcado</a:t>
            </a:r>
            <a:r>
              <a:rPr lang="es-ES" sz="1100" b="0" u="none" spc="-3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estructurado</a:t>
            </a:r>
            <a:r>
              <a:rPr lang="es-ES" sz="110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en</a:t>
            </a:r>
            <a:r>
              <a:rPr lang="es-ES" sz="1100" b="0" u="none" spc="-3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formato</a:t>
            </a:r>
            <a:r>
              <a:rPr lang="es-ES" sz="110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de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archivo</a:t>
            </a:r>
            <a:r>
              <a:rPr lang="es-ES" sz="110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segmentado</a:t>
            </a:r>
            <a:r>
              <a:rPr lang="es-ES" sz="110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1" u="none" strike="noStrike">
                <a:solidFill>
                  <a:srgbClr val="93A3B8"/>
                </a:solidFill>
                <a:effectLst/>
                <a:uFillTx/>
                <a:latin typeface="Arial"/>
              </a:rPr>
              <a:t>.E01</a:t>
            </a:r>
            <a:r>
              <a:rPr lang="es-ES" sz="1100" b="1" u="none" spc="-31" strike="noStrike">
                <a:solidFill>
                  <a:srgbClr val="93A3B8"/>
                </a:solidFill>
                <a:effectLst/>
                <a:uFillTx/>
                <a:latin typeface="Arial"/>
              </a:rPr>
              <a:t> </a:t>
            </a:r>
            <a:r>
              <a:rPr lang="es-ES" sz="110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para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asegurar</a:t>
            </a:r>
            <a:r>
              <a:rPr lang="es-ES" sz="110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la</a:t>
            </a:r>
            <a:r>
              <a:rPr lang="es-ES" sz="110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estricta</a:t>
            </a:r>
            <a:r>
              <a:rPr lang="es-ES" sz="110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cadena</a:t>
            </a:r>
            <a:r>
              <a:rPr lang="es-ES" sz="110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de </a:t>
            </a:r>
            <a:r>
              <a:rPr lang="es-ES" sz="110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custodia.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object 15"/>
          <p:cNvSpPr/>
          <p:nvPr/>
        </p:nvSpPr>
        <p:spPr>
          <a:xfrm>
            <a:off x="4010400" y="1748520"/>
            <a:ext cx="115164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1400" b="1" u="none" strike="noStrike">
                <a:solidFill>
                  <a:srgbClr val="BDF264"/>
                </a:solidFill>
                <a:effectLst/>
                <a:uFillTx/>
                <a:latin typeface="Arial"/>
              </a:rPr>
              <a:t>2. </a:t>
            </a:r>
            <a:r>
              <a:rPr lang="es-ES" sz="1400" b="1" u="none" spc="-11" strike="noStrike">
                <a:solidFill>
                  <a:srgbClr val="BDF264"/>
                </a:solidFill>
                <a:effectLst/>
                <a:uFillTx/>
                <a:latin typeface="Arial"/>
              </a:rPr>
              <a:t>Inspección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object 16"/>
          <p:cNvSpPr/>
          <p:nvPr/>
        </p:nvSpPr>
        <p:spPr>
          <a:xfrm>
            <a:off x="4010400" y="2073600"/>
            <a:ext cx="2428200" cy="85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25000"/>
              </a:lnSpc>
              <a:spcBef>
                <a:spcPts val="99"/>
              </a:spcBef>
            </a:pP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Procesamiento</a:t>
            </a:r>
            <a:r>
              <a:rPr lang="es-ES" sz="1100" b="0" u="none" spc="-5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sistemático</a:t>
            </a:r>
            <a:r>
              <a:rPr lang="es-ES" sz="1100" b="0" u="none" spc="-5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de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artefactos,</a:t>
            </a:r>
            <a:r>
              <a:rPr lang="es-ES" sz="1100" b="0" u="none" spc="-4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registros</a:t>
            </a:r>
            <a:r>
              <a:rPr lang="es-ES" sz="1100" b="0" u="none" spc="-3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volátiles,</a:t>
            </a:r>
            <a:r>
              <a:rPr lang="es-ES" sz="1100" b="0" u="none" spc="-3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líneas</a:t>
            </a:r>
            <a:r>
              <a:rPr lang="es-ES" sz="1100" b="0" u="none" spc="-3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de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tiempo</a:t>
            </a:r>
            <a:r>
              <a:rPr lang="es-ES" sz="1100" b="0" u="none" spc="-3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y</a:t>
            </a:r>
            <a:r>
              <a:rPr lang="es-ES" sz="1100" b="0" u="none" spc="-3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metadatos</a:t>
            </a:r>
            <a:r>
              <a:rPr lang="es-ES" sz="1100" b="0" u="none" spc="-3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del</a:t>
            </a:r>
            <a:r>
              <a:rPr lang="es-ES" sz="1100" b="0" u="none" spc="-3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sistema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operativo</a:t>
            </a:r>
            <a:r>
              <a:rPr lang="es-ES" sz="1100" b="0" u="none" spc="-7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Debian.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object 17"/>
          <p:cNvSpPr/>
          <p:nvPr/>
        </p:nvSpPr>
        <p:spPr>
          <a:xfrm>
            <a:off x="4010400" y="3055680"/>
            <a:ext cx="242172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25000"/>
              </a:lnSpc>
              <a:spcBef>
                <a:spcPts val="99"/>
              </a:spcBef>
            </a:pPr>
            <a:r>
              <a:rPr lang="es-ES" sz="110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Investigación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 profunda </a:t>
            </a:r>
            <a:r>
              <a:rPr lang="es-ES" sz="110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centralizada</a:t>
            </a:r>
            <a:r>
              <a:rPr lang="es-ES" sz="1100" b="0" u="none" spc="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pc="-51" strike="noStrike">
                <a:solidFill>
                  <a:srgbClr val="93A3B8"/>
                </a:solidFill>
                <a:effectLst/>
                <a:uFillTx/>
                <a:latin typeface="Arial MT"/>
              </a:rPr>
              <a:t>a </a:t>
            </a:r>
            <a:r>
              <a:rPr lang="es-ES" sz="110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través</a:t>
            </a:r>
            <a:r>
              <a:rPr lang="es-ES" sz="110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10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la</a:t>
            </a:r>
            <a:r>
              <a:rPr lang="es-ES" sz="110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suite</a:t>
            </a:r>
            <a:r>
              <a:rPr lang="es-ES" sz="110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profesional</a:t>
            </a:r>
            <a:r>
              <a:rPr lang="es-ES" sz="1100" b="0" u="none" spc="-3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1" u="none" spc="-11" strike="noStrike">
                <a:solidFill>
                  <a:srgbClr val="93A3B8"/>
                </a:solidFill>
                <a:effectLst/>
                <a:uFillTx/>
                <a:latin typeface="Arial"/>
              </a:rPr>
              <a:t>Autopsy</a:t>
            </a:r>
            <a:r>
              <a:rPr lang="es-ES" sz="110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object 18"/>
          <p:cNvSpPr/>
          <p:nvPr/>
        </p:nvSpPr>
        <p:spPr>
          <a:xfrm>
            <a:off x="7094520" y="1748520"/>
            <a:ext cx="122292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1400" b="1" u="none" strike="noStrike">
                <a:solidFill>
                  <a:srgbClr val="BDF264"/>
                </a:solidFill>
                <a:effectLst/>
                <a:uFillTx/>
                <a:latin typeface="Arial"/>
              </a:rPr>
              <a:t>3.</a:t>
            </a:r>
            <a:r>
              <a:rPr lang="es-ES" sz="1400" b="1" u="none" spc="-11" strike="noStrike">
                <a:solidFill>
                  <a:srgbClr val="BDF264"/>
                </a:solidFill>
                <a:effectLst/>
                <a:uFillTx/>
                <a:latin typeface="Arial"/>
              </a:rPr>
              <a:t> Verificación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object 19"/>
          <p:cNvSpPr/>
          <p:nvPr/>
        </p:nvSpPr>
        <p:spPr>
          <a:xfrm>
            <a:off x="7094520" y="2073600"/>
            <a:ext cx="2487960" cy="64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25000"/>
              </a:lnSpc>
              <a:spcBef>
                <a:spcPts val="99"/>
              </a:spcBef>
            </a:pP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Cálculo e </a:t>
            </a:r>
            <a:r>
              <a:rPr lang="es-ES" sz="110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indexación</a:t>
            </a:r>
            <a:r>
              <a:rPr lang="es-ES" sz="1100" b="0" u="none" spc="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criptográfica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de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funciones</a:t>
            </a:r>
            <a:r>
              <a:rPr lang="es-ES" sz="110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resumen</a:t>
            </a:r>
            <a:r>
              <a:rPr lang="es-ES" sz="110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10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integridad</a:t>
            </a:r>
            <a:r>
              <a:rPr lang="es-ES" sz="110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1" u="none" strike="noStrike">
                <a:solidFill>
                  <a:srgbClr val="93A3B8"/>
                </a:solidFill>
                <a:effectLst/>
                <a:uFillTx/>
                <a:latin typeface="Arial"/>
              </a:rPr>
              <a:t>MD5</a:t>
            </a:r>
            <a:r>
              <a:rPr lang="es-ES" sz="1100" b="1" u="none" spc="-14" strike="noStrike">
                <a:solidFill>
                  <a:srgbClr val="93A3B8"/>
                </a:solidFill>
                <a:effectLst/>
                <a:uFillTx/>
                <a:latin typeface="Arial"/>
              </a:rPr>
              <a:t> </a:t>
            </a:r>
            <a:r>
              <a:rPr lang="es-ES" sz="1100" b="0" u="none" spc="-51" strike="noStrike">
                <a:solidFill>
                  <a:srgbClr val="93A3B8"/>
                </a:solidFill>
                <a:effectLst/>
                <a:uFillTx/>
                <a:latin typeface="Arial MT"/>
              </a:rPr>
              <a:t>y </a:t>
            </a:r>
            <a:r>
              <a:rPr lang="es-ES" sz="1100" b="1" u="none" spc="-11" strike="noStrike">
                <a:solidFill>
                  <a:srgbClr val="93A3B8"/>
                </a:solidFill>
                <a:effectLst/>
                <a:uFillTx/>
                <a:latin typeface="Arial"/>
              </a:rPr>
              <a:t>SHA-</a:t>
            </a:r>
            <a:r>
              <a:rPr lang="es-ES" sz="1100" b="1" u="none" spc="-26" strike="noStrike">
                <a:solidFill>
                  <a:srgbClr val="93A3B8"/>
                </a:solidFill>
                <a:effectLst/>
                <a:uFillTx/>
                <a:latin typeface="Arial"/>
              </a:rPr>
              <a:t>1</a:t>
            </a:r>
            <a:r>
              <a:rPr lang="es-ES" sz="110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object 20"/>
          <p:cNvSpPr/>
          <p:nvPr/>
        </p:nvSpPr>
        <p:spPr>
          <a:xfrm>
            <a:off x="7094520" y="2846160"/>
            <a:ext cx="2572200" cy="64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25000"/>
              </a:lnSpc>
              <a:spcBef>
                <a:spcPts val="99"/>
              </a:spcBef>
            </a:pP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Garantía</a:t>
            </a:r>
            <a:r>
              <a:rPr lang="es-ES" sz="110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inequívoca</a:t>
            </a:r>
            <a:r>
              <a:rPr lang="es-ES" sz="110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10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la</a:t>
            </a:r>
            <a:r>
              <a:rPr lang="es-ES" sz="110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no</a:t>
            </a:r>
            <a:r>
              <a:rPr lang="es-ES" sz="110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alteración</a:t>
            </a:r>
            <a:r>
              <a:rPr lang="es-ES" sz="110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pc="-51" strike="noStrike">
                <a:solidFill>
                  <a:srgbClr val="93A3B8"/>
                </a:solidFill>
                <a:effectLst/>
                <a:uFillTx/>
                <a:latin typeface="Arial MT"/>
              </a:rPr>
              <a:t>o </a:t>
            </a:r>
            <a:r>
              <a:rPr lang="es-ES" sz="110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inadmisibilidad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 de</a:t>
            </a:r>
            <a:r>
              <a:rPr lang="es-ES" sz="1100" b="0" u="none" spc="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cambios</a:t>
            </a:r>
            <a:r>
              <a:rPr lang="es-ES" sz="1100" b="0" u="none" spc="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en</a:t>
            </a:r>
            <a:r>
              <a:rPr lang="es-ES" sz="1100" b="0" u="none" spc="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las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muestras</a:t>
            </a:r>
            <a:r>
              <a:rPr lang="es-ES" sz="1100" b="0" u="none" spc="-4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digitales</a:t>
            </a:r>
            <a:r>
              <a:rPr lang="es-ES" sz="1100" b="0" u="none" spc="-4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obtenidas.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Pituss2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155A87-C052-4D01-8720-1E5AA64C9F8B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object 2"/>
          <p:cNvSpPr/>
          <p:nvPr/>
        </p:nvSpPr>
        <p:spPr>
          <a:xfrm>
            <a:off x="1980000" y="793800"/>
            <a:ext cx="7559640" cy="13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4400" b="1" u="none" spc="65" strike="noStrike">
                <a:solidFill>
                  <a:srgbClr val="3B82F6"/>
                </a:solidFill>
                <a:effectLst/>
                <a:uFillTx/>
                <a:latin typeface="Arial"/>
              </a:rPr>
              <a:t>FA</a:t>
            </a:r>
            <a:r>
              <a:rPr lang="es-ES" sz="4400" b="1" u="none" spc="-164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4400" b="1" u="none" strike="noStrike">
                <a:solidFill>
                  <a:srgbClr val="3B82F6"/>
                </a:solidFill>
                <a:effectLst/>
                <a:uFillTx/>
                <a:latin typeface="Arial"/>
              </a:rPr>
              <a:t>S</a:t>
            </a:r>
            <a:r>
              <a:rPr lang="es-ES" sz="4400" b="1" u="none" spc="-139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4400" b="1" u="none" strike="noStrike">
                <a:solidFill>
                  <a:srgbClr val="3B82F6"/>
                </a:solidFill>
                <a:effectLst/>
                <a:uFillTx/>
                <a:latin typeface="Arial"/>
              </a:rPr>
              <a:t>E</a:t>
            </a:r>
            <a:r>
              <a:rPr lang="es-ES" sz="4400" b="1" u="none" spc="456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4400" b="1" u="none" strike="noStrike">
                <a:solidFill>
                  <a:srgbClr val="3B82F6"/>
                </a:solidFill>
                <a:effectLst/>
                <a:uFillTx/>
                <a:latin typeface="Arial"/>
              </a:rPr>
              <a:t>D</a:t>
            </a:r>
            <a:r>
              <a:rPr lang="es-ES" sz="4400" b="1" u="none" spc="-139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4400" b="1" u="none" strike="noStrike">
                <a:solidFill>
                  <a:srgbClr val="3B82F6"/>
                </a:solidFill>
                <a:effectLst/>
                <a:uFillTx/>
                <a:latin typeface="Arial"/>
              </a:rPr>
              <a:t>E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4400" b="1" u="none" strike="noStrike">
                <a:solidFill>
                  <a:srgbClr val="3B82F6"/>
                </a:solidFill>
                <a:effectLst/>
                <a:uFillTx/>
                <a:latin typeface="Arial"/>
              </a:rPr>
              <a:t>R</a:t>
            </a:r>
            <a:r>
              <a:rPr lang="es-ES" sz="4400" b="1" u="none" spc="-145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4400" b="1" u="none" strike="noStrike">
                <a:solidFill>
                  <a:srgbClr val="3B82F6"/>
                </a:solidFill>
                <a:effectLst/>
                <a:uFillTx/>
                <a:latin typeface="Arial"/>
              </a:rPr>
              <a:t>E</a:t>
            </a:r>
            <a:r>
              <a:rPr lang="es-ES" sz="4400" b="1" u="none" spc="-159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4400" b="1" u="none" strike="noStrike">
                <a:solidFill>
                  <a:srgbClr val="3B82F6"/>
                </a:solidFill>
                <a:effectLst/>
                <a:uFillTx/>
                <a:latin typeface="Arial"/>
              </a:rPr>
              <a:t>C</a:t>
            </a:r>
            <a:r>
              <a:rPr lang="es-ES" sz="4400" b="1" u="none" spc="-150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4400" b="1" u="none" spc="-20" strike="noStrike">
                <a:solidFill>
                  <a:srgbClr val="3B82F6"/>
                </a:solidFill>
                <a:effectLst/>
                <a:uFillTx/>
                <a:latin typeface="Arial"/>
              </a:rPr>
              <a:t>O</a:t>
            </a:r>
            <a:r>
              <a:rPr lang="es-ES" sz="4400" b="1" u="none" spc="-136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4400" b="1" u="none" strike="noStrike">
                <a:solidFill>
                  <a:srgbClr val="3B82F6"/>
                </a:solidFill>
                <a:effectLst/>
                <a:uFillTx/>
                <a:latin typeface="Arial"/>
              </a:rPr>
              <a:t>N</a:t>
            </a:r>
            <a:r>
              <a:rPr lang="es-ES" sz="4400" b="1" u="none" spc="-136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4400" b="1" u="none" spc="-20" strike="noStrike">
                <a:solidFill>
                  <a:srgbClr val="3B82F6"/>
                </a:solidFill>
                <a:effectLst/>
                <a:uFillTx/>
                <a:latin typeface="Arial"/>
              </a:rPr>
              <a:t>O</a:t>
            </a:r>
            <a:r>
              <a:rPr lang="es-ES" sz="4400" b="1" u="none" spc="-136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4400" b="1" u="none" strike="noStrike">
                <a:solidFill>
                  <a:srgbClr val="3B82F6"/>
                </a:solidFill>
                <a:effectLst/>
                <a:uFillTx/>
                <a:latin typeface="Arial"/>
              </a:rPr>
              <a:t>C</a:t>
            </a:r>
            <a:r>
              <a:rPr lang="es-ES" sz="4400" b="1" u="none" spc="-139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4400" b="1" u="none" spc="-11" strike="noStrike">
                <a:solidFill>
                  <a:srgbClr val="3B82F6"/>
                </a:solidFill>
                <a:effectLst/>
                <a:uFillTx/>
                <a:latin typeface="Arial"/>
              </a:rPr>
              <a:t>I</a:t>
            </a:r>
            <a:r>
              <a:rPr lang="es-ES" sz="4400" b="1" u="none" spc="-139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4400" b="1" u="none" spc="-20" strike="noStrike">
                <a:solidFill>
                  <a:srgbClr val="3B82F6"/>
                </a:solidFill>
                <a:effectLst/>
                <a:uFillTx/>
                <a:latin typeface="Arial"/>
              </a:rPr>
              <a:t>M</a:t>
            </a:r>
            <a:r>
              <a:rPr lang="es-ES" sz="4400" b="1" u="none" spc="-136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4400" b="1" u="none" spc="-11" strike="noStrike">
                <a:solidFill>
                  <a:srgbClr val="3B82F6"/>
                </a:solidFill>
                <a:effectLst/>
                <a:uFillTx/>
                <a:latin typeface="Arial"/>
              </a:rPr>
              <a:t>I</a:t>
            </a:r>
            <a:r>
              <a:rPr lang="es-ES" sz="4400" b="1" u="none" spc="-139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4400" b="1" u="none" strike="noStrike">
                <a:solidFill>
                  <a:srgbClr val="3B82F6"/>
                </a:solidFill>
                <a:effectLst/>
                <a:uFillTx/>
                <a:latin typeface="Arial"/>
              </a:rPr>
              <a:t>E</a:t>
            </a:r>
            <a:r>
              <a:rPr lang="es-ES" sz="4400" b="1" u="none" spc="-136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4400" b="1" u="none" strike="noStrike">
                <a:solidFill>
                  <a:srgbClr val="3B82F6"/>
                </a:solidFill>
                <a:effectLst/>
                <a:uFillTx/>
                <a:latin typeface="Arial"/>
              </a:rPr>
              <a:t>N</a:t>
            </a:r>
            <a:r>
              <a:rPr lang="es-ES" sz="4400" b="1" u="none" spc="-139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4400" b="1" u="none" spc="-11" strike="noStrike">
                <a:solidFill>
                  <a:srgbClr val="3B82F6"/>
                </a:solidFill>
                <a:effectLst/>
                <a:uFillTx/>
                <a:latin typeface="Arial"/>
              </a:rPr>
              <a:t>T</a:t>
            </a:r>
            <a:r>
              <a:rPr lang="es-ES" sz="4400" b="1" u="none" spc="-164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4400" b="1" u="none" spc="-51" strike="noStrike">
                <a:solidFill>
                  <a:srgbClr val="3B82F6"/>
                </a:solidFill>
                <a:effectLst/>
                <a:uFillTx/>
                <a:latin typeface="Arial"/>
              </a:rPr>
              <a:t>O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2913840" y="2700000"/>
            <a:ext cx="4864680" cy="51372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es-ES" sz="3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01.</a:t>
            </a:r>
            <a:r>
              <a:rPr lang="es-ES" sz="3200" b="1" u="none" spc="-11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s-ES" sz="3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Análisis de </a:t>
            </a:r>
            <a:r>
              <a:rPr lang="es-ES" sz="3200" b="1" u="none" spc="-11" strike="noStrike">
                <a:solidFill>
                  <a:srgbClr val="FFFFFF"/>
                </a:solidFill>
                <a:effectLst/>
                <a:uFillTx/>
                <a:latin typeface="Arial"/>
              </a:rPr>
              <a:t>Hallazgos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4" name="object 4"/>
          <p:cNvSpPr/>
          <p:nvPr/>
        </p:nvSpPr>
        <p:spPr>
          <a:xfrm>
            <a:off x="2700000" y="3971880"/>
            <a:ext cx="527544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3200" rIns="0" bIns="0" anchor="t">
            <a:spAutoFit/>
          </a:bodyPr>
          <a:p>
            <a:pPr marL="1161360" indent="-1149480">
              <a:lnSpc>
                <a:spcPts val="1199"/>
              </a:lnSpc>
              <a:spcBef>
                <a:spcPts val="340"/>
              </a:spcBef>
              <a:tabLst>
                <a:tab pos="0" algn="l"/>
              </a:tabLst>
            </a:pPr>
            <a:r>
              <a:rPr lang="es-ES" sz="1200" b="0" u="none" strike="noStrike">
                <a:solidFill>
                  <a:srgbClr val="64748A"/>
                </a:solidFill>
                <a:effectLst/>
                <a:uFillTx/>
                <a:latin typeface="Arial MT"/>
              </a:rPr>
              <a:t>Análisis</a:t>
            </a:r>
            <a:r>
              <a:rPr lang="es-ES" sz="1200" b="0" u="none" spc="-6" strike="noStrike">
                <a:solidFill>
                  <a:srgbClr val="64748A"/>
                </a:solidFill>
                <a:effectLst/>
                <a:uFillTx/>
                <a:latin typeface="Arial MT"/>
              </a:rPr>
              <a:t> </a:t>
            </a:r>
            <a:r>
              <a:rPr lang="es-ES" sz="1200" b="0" u="none" strike="noStrike">
                <a:solidFill>
                  <a:srgbClr val="64748A"/>
                </a:solidFill>
                <a:effectLst/>
                <a:uFillTx/>
                <a:latin typeface="Arial MT"/>
              </a:rPr>
              <a:t>minucioso</a:t>
            </a:r>
            <a:r>
              <a:rPr lang="es-ES" sz="1200" b="0" u="none" spc="-6" strike="noStrike">
                <a:solidFill>
                  <a:srgbClr val="64748A"/>
                </a:solidFill>
                <a:effectLst/>
                <a:uFillTx/>
                <a:latin typeface="Arial MT"/>
              </a:rPr>
              <a:t> </a:t>
            </a:r>
            <a:r>
              <a:rPr lang="es-ES" sz="1200" b="0" u="none" strike="noStrike">
                <a:solidFill>
                  <a:srgbClr val="64748A"/>
                </a:solidFill>
                <a:effectLst/>
                <a:uFillTx/>
                <a:latin typeface="Arial MT"/>
              </a:rPr>
              <a:t>del historial</a:t>
            </a:r>
            <a:r>
              <a:rPr lang="es-ES" sz="1200" b="0" u="none" spc="-6" strike="noStrike">
                <a:solidFill>
                  <a:srgbClr val="64748A"/>
                </a:solidFill>
                <a:effectLst/>
                <a:uFillTx/>
                <a:latin typeface="Arial MT"/>
              </a:rPr>
              <a:t> </a:t>
            </a:r>
            <a:r>
              <a:rPr lang="es-ES" sz="1200" b="0" u="none" strike="noStrike">
                <a:solidFill>
                  <a:srgbClr val="64748A"/>
                </a:solidFill>
                <a:effectLst/>
                <a:uFillTx/>
                <a:latin typeface="Arial MT"/>
              </a:rPr>
              <a:t>técnico de</a:t>
            </a:r>
            <a:r>
              <a:rPr lang="es-ES" sz="1200" b="0" u="none" spc="-6" strike="noStrike">
                <a:solidFill>
                  <a:srgbClr val="64748A"/>
                </a:solidFill>
                <a:effectLst/>
                <a:uFillTx/>
                <a:latin typeface="Arial MT"/>
              </a:rPr>
              <a:t> </a:t>
            </a:r>
            <a:r>
              <a:rPr lang="es-ES" sz="1200" b="0" u="none" strike="noStrike">
                <a:solidFill>
                  <a:srgbClr val="64748A"/>
                </a:solidFill>
                <a:effectLst/>
                <a:uFillTx/>
                <a:latin typeface="Arial MT"/>
              </a:rPr>
              <a:t>los servicios</a:t>
            </a:r>
            <a:r>
              <a:rPr lang="es-ES" sz="1200" b="0" u="none" spc="-6" strike="noStrike">
                <a:solidFill>
                  <a:srgbClr val="64748A"/>
                </a:solidFill>
                <a:effectLst/>
                <a:uFillTx/>
                <a:latin typeface="Arial MT"/>
              </a:rPr>
              <a:t> </a:t>
            </a:r>
            <a:r>
              <a:rPr lang="es-ES" sz="1200" b="0" u="none" strike="noStrike">
                <a:solidFill>
                  <a:srgbClr val="64748A"/>
                </a:solidFill>
                <a:effectLst/>
                <a:uFillTx/>
                <a:latin typeface="Arial MT"/>
              </a:rPr>
              <a:t>vulnerados y</a:t>
            </a:r>
            <a:r>
              <a:rPr lang="es-ES" sz="1200" b="0" u="none" spc="-6" strike="noStrike">
                <a:solidFill>
                  <a:srgbClr val="64748A"/>
                </a:solidFill>
                <a:effectLst/>
                <a:uFillTx/>
                <a:latin typeface="Arial MT"/>
              </a:rPr>
              <a:t> </a:t>
            </a:r>
            <a:r>
              <a:rPr lang="es-ES" sz="1200" b="0" u="none" strike="noStrike">
                <a:solidFill>
                  <a:srgbClr val="64748A"/>
                </a:solidFill>
                <a:effectLst/>
                <a:uFillTx/>
                <a:latin typeface="Arial MT"/>
              </a:rPr>
              <a:t>el </a:t>
            </a:r>
            <a:r>
              <a:rPr lang="es-ES" sz="1200" b="0" u="none" spc="-11" strike="noStrike">
                <a:solidFill>
                  <a:srgbClr val="64748A"/>
                </a:solidFill>
                <a:effectLst/>
                <a:uFillTx/>
                <a:latin typeface="Arial MT"/>
              </a:rPr>
              <a:t>mapeo </a:t>
            </a:r>
            <a:r>
              <a:rPr lang="es-ES" sz="1200" b="0" u="none" strike="noStrike">
                <a:solidFill>
                  <a:srgbClr val="64748A"/>
                </a:solidFill>
                <a:effectLst/>
                <a:uFillTx/>
                <a:latin typeface="Arial MT"/>
              </a:rPr>
              <a:t>cronológico</a:t>
            </a:r>
            <a:r>
              <a:rPr lang="es-ES" sz="1200" b="0" u="none" spc="-20" strike="noStrike">
                <a:solidFill>
                  <a:srgbClr val="64748A"/>
                </a:solidFill>
                <a:effectLst/>
                <a:uFillTx/>
                <a:latin typeface="Arial MT"/>
              </a:rPr>
              <a:t> </a:t>
            </a:r>
            <a:r>
              <a:rPr lang="es-ES" sz="1200" b="0" u="none" strike="noStrike">
                <a:solidFill>
                  <a:srgbClr val="64748A"/>
                </a:solidFill>
                <a:effectLst/>
                <a:uFillTx/>
                <a:latin typeface="Arial MT"/>
              </a:rPr>
              <a:t>del</a:t>
            </a:r>
            <a:r>
              <a:rPr lang="es-ES" sz="1200" b="0" u="none" spc="-14" strike="noStrike">
                <a:solidFill>
                  <a:srgbClr val="64748A"/>
                </a:solidFill>
                <a:effectLst/>
                <a:uFillTx/>
                <a:latin typeface="Arial MT"/>
              </a:rPr>
              <a:t> </a:t>
            </a:r>
            <a:r>
              <a:rPr lang="es-ES" sz="1200" b="0" u="none" strike="noStrike">
                <a:solidFill>
                  <a:srgbClr val="64748A"/>
                </a:solidFill>
                <a:effectLst/>
                <a:uFillTx/>
                <a:latin typeface="Arial MT"/>
              </a:rPr>
              <a:t>vector</a:t>
            </a:r>
            <a:r>
              <a:rPr lang="es-ES" sz="1200" b="0" u="none" spc="-20" strike="noStrike">
                <a:solidFill>
                  <a:srgbClr val="64748A"/>
                </a:solidFill>
                <a:effectLst/>
                <a:uFillTx/>
                <a:latin typeface="Arial MT"/>
              </a:rPr>
              <a:t> </a:t>
            </a:r>
            <a:r>
              <a:rPr lang="es-ES" sz="1200" b="0" u="none" strike="noStrike">
                <a:solidFill>
                  <a:srgbClr val="64748A"/>
                </a:solidFill>
                <a:effectLst/>
                <a:uFillTx/>
                <a:latin typeface="Arial MT"/>
              </a:rPr>
              <a:t>de</a:t>
            </a:r>
            <a:r>
              <a:rPr lang="es-ES" sz="1200" b="0" u="none" spc="-14" strike="noStrike">
                <a:solidFill>
                  <a:srgbClr val="64748A"/>
                </a:solidFill>
                <a:effectLst/>
                <a:uFillTx/>
                <a:latin typeface="Arial MT"/>
              </a:rPr>
              <a:t> </a:t>
            </a:r>
            <a:r>
              <a:rPr lang="es-ES" sz="1200" b="0" u="none" strike="noStrike">
                <a:solidFill>
                  <a:srgbClr val="64748A"/>
                </a:solidFill>
                <a:effectLst/>
                <a:uFillTx/>
                <a:latin typeface="Arial MT"/>
              </a:rPr>
              <a:t>ataque</a:t>
            </a:r>
            <a:r>
              <a:rPr lang="es-ES" sz="1200" b="0" u="none" spc="-20" strike="noStrike">
                <a:solidFill>
                  <a:srgbClr val="64748A"/>
                </a:solidFill>
                <a:effectLst/>
                <a:uFillTx/>
                <a:latin typeface="Arial MT"/>
              </a:rPr>
              <a:t> </a:t>
            </a:r>
            <a:r>
              <a:rPr lang="es-ES" sz="1200" b="0" u="none" spc="-11" strike="noStrike">
                <a:solidFill>
                  <a:srgbClr val="64748A"/>
                </a:solidFill>
                <a:effectLst/>
                <a:uFillTx/>
                <a:latin typeface="Arial MT"/>
              </a:rPr>
              <a:t>perimetral.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Pituss2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9DC2AB5-5E70-4C30-AD5B-CFB7544B4DFE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69400" y="797760"/>
            <a:ext cx="6562080" cy="42228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es-ES" sz="2600" b="0" u="none" spc="-60" strike="noStrike">
                <a:solidFill>
                  <a:srgbClr val="BDF264"/>
                </a:solidFill>
                <a:effectLst/>
                <a:uFillTx/>
                <a:latin typeface="Arial MT"/>
              </a:rPr>
              <a:t>CRONOLOGÍA</a:t>
            </a:r>
            <a:r>
              <a:rPr lang="es-ES" sz="2600" b="0" u="none" spc="-125" strike="noStrike">
                <a:solidFill>
                  <a:srgbClr val="BDF264"/>
                </a:solidFill>
                <a:effectLst/>
                <a:uFillTx/>
                <a:latin typeface="Arial MT"/>
              </a:rPr>
              <a:t> </a:t>
            </a:r>
            <a:r>
              <a:rPr lang="es-ES" sz="2600" b="0" u="none" strike="noStrike">
                <a:solidFill>
                  <a:srgbClr val="BDF264"/>
                </a:solidFill>
                <a:effectLst/>
                <a:uFillTx/>
                <a:latin typeface="Arial MT"/>
              </a:rPr>
              <a:t>DE</a:t>
            </a:r>
            <a:r>
              <a:rPr lang="es-ES" sz="2600" b="0" u="none" spc="-119" strike="noStrike">
                <a:solidFill>
                  <a:srgbClr val="BDF264"/>
                </a:solidFill>
                <a:effectLst/>
                <a:uFillTx/>
                <a:latin typeface="Arial MT"/>
              </a:rPr>
              <a:t> </a:t>
            </a:r>
            <a:r>
              <a:rPr lang="es-ES" sz="2600" b="0" u="none" spc="-99" strike="noStrike">
                <a:solidFill>
                  <a:srgbClr val="BDF264"/>
                </a:solidFill>
                <a:effectLst/>
                <a:uFillTx/>
                <a:latin typeface="Arial MT"/>
              </a:rPr>
              <a:t>FALLOS</a:t>
            </a:r>
            <a:r>
              <a:rPr lang="es-ES" sz="2600" b="0" u="none" spc="-79" strike="noStrike">
                <a:solidFill>
                  <a:srgbClr val="BDF264"/>
                </a:solidFill>
                <a:effectLst/>
                <a:uFillTx/>
                <a:latin typeface="Arial MT"/>
              </a:rPr>
              <a:t> </a:t>
            </a:r>
            <a:r>
              <a:rPr lang="es-ES" sz="2600" b="0" u="none" spc="-20" strike="noStrike">
                <a:solidFill>
                  <a:srgbClr val="BDF264"/>
                </a:solidFill>
                <a:effectLst/>
                <a:uFillTx/>
                <a:latin typeface="Arial MT"/>
              </a:rPr>
              <a:t>INTERNOS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6" name="object 3"/>
          <p:cNvSpPr/>
          <p:nvPr/>
        </p:nvSpPr>
        <p:spPr>
          <a:xfrm>
            <a:off x="720000" y="2116440"/>
            <a:ext cx="9252000" cy="18360"/>
          </a:xfrm>
          <a:custGeom>
            <a:avLst/>
            <a:gdLst>
              <a:gd name="textAreaLeft" fmla="*/ 0 w 9252000"/>
              <a:gd name="textAreaRight" fmla="*/ 9252720 w 9252000"/>
              <a:gd name="textAreaTop" fmla="*/ 0 h 18360"/>
              <a:gd name="textAreaBottom" fmla="*/ 19080 h 18360"/>
            </a:gdLst>
            <a:ahLst/>
            <a:cxnLst/>
            <a:rect l="textAreaLeft" t="textAreaTop" r="textAreaRight" b="textAreaBottom"/>
            <a:pathLst>
              <a:path w="9252585" h="19050">
                <a:moveTo>
                  <a:pt x="9252000" y="19050"/>
                </a:moveTo>
                <a:lnTo>
                  <a:pt x="0" y="19050"/>
                </a:lnTo>
                <a:lnTo>
                  <a:pt x="0" y="0"/>
                </a:lnTo>
                <a:lnTo>
                  <a:pt x="9252000" y="0"/>
                </a:lnTo>
                <a:lnTo>
                  <a:pt x="9252000" y="1905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object 4"/>
          <p:cNvPicPr/>
          <p:nvPr/>
        </p:nvPicPr>
        <p:blipFill>
          <a:blip r:embed="rId1"/>
          <a:stretch/>
        </p:blipFill>
        <p:spPr>
          <a:xfrm>
            <a:off x="1800360" y="1878120"/>
            <a:ext cx="151560" cy="15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object 5"/>
          <p:cNvSpPr/>
          <p:nvPr/>
        </p:nvSpPr>
        <p:spPr>
          <a:xfrm>
            <a:off x="894960" y="2052000"/>
            <a:ext cx="1962720" cy="12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86400" rIns="0" bIns="0" anchor="t">
            <a:spAutoFit/>
          </a:bodyPr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lang="es-ES" sz="1300" b="1" u="none" strike="noStrike">
                <a:solidFill>
                  <a:srgbClr val="BDF264"/>
                </a:solidFill>
                <a:effectLst/>
                <a:uFillTx/>
                <a:latin typeface="Arial"/>
              </a:rPr>
              <a:t>08</a:t>
            </a:r>
            <a:r>
              <a:rPr lang="es-ES" sz="1300" b="1" u="none" spc="-20" strike="noStrike">
                <a:solidFill>
                  <a:srgbClr val="BDF264"/>
                </a:solidFill>
                <a:effectLst/>
                <a:uFillTx/>
                <a:latin typeface="Arial"/>
              </a:rPr>
              <a:t> </a:t>
            </a:r>
            <a:r>
              <a:rPr lang="es-ES" sz="1300" b="1" u="none" strike="noStrike">
                <a:solidFill>
                  <a:srgbClr val="BDF264"/>
                </a:solidFill>
                <a:effectLst/>
                <a:uFillTx/>
                <a:latin typeface="Arial"/>
              </a:rPr>
              <a:t>Oct</a:t>
            </a:r>
            <a:r>
              <a:rPr lang="es-ES" sz="1300" b="1" u="none" spc="-20" strike="noStrike">
                <a:solidFill>
                  <a:srgbClr val="BDF264"/>
                </a:solidFill>
                <a:effectLst/>
                <a:uFillTx/>
                <a:latin typeface="Arial"/>
              </a:rPr>
              <a:t> 2024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240" algn="ctr">
              <a:lnSpc>
                <a:spcPct val="116000"/>
              </a:lnSpc>
              <a:spcBef>
                <a:spcPts val="255"/>
              </a:spcBef>
            </a:pP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El</a:t>
            </a:r>
            <a:r>
              <a:rPr lang="es-ES" sz="1050" b="0" u="none" spc="-3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usuario</a:t>
            </a:r>
            <a:r>
              <a:rPr lang="es-ES" sz="10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local</a:t>
            </a:r>
            <a:r>
              <a:rPr lang="es-ES" sz="1050" b="0" u="none" spc="-3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legítimo</a:t>
            </a:r>
            <a:r>
              <a:rPr lang="es-ES" sz="10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"debian"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efectúa</a:t>
            </a:r>
            <a:r>
              <a:rPr lang="es-ES" sz="1050" b="0" u="none" spc="-4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la</a:t>
            </a:r>
            <a:r>
              <a:rPr lang="es-ES" sz="1050" b="0" u="none" spc="-3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instalación</a:t>
            </a:r>
            <a:r>
              <a:rPr lang="es-ES" sz="1050" b="0" u="none" spc="-3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manual</a:t>
            </a:r>
            <a:r>
              <a:rPr lang="es-ES" sz="1050" b="0" u="none" spc="-4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del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servicio</a:t>
            </a:r>
            <a:r>
              <a:rPr lang="es-ES" sz="10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FTP</a:t>
            </a:r>
            <a:r>
              <a:rPr lang="es-ES" sz="10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(vsftpd)</a:t>
            </a:r>
            <a:r>
              <a:rPr lang="es-ES" sz="10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/ SSH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y</a:t>
            </a:r>
            <a:r>
              <a:rPr lang="es-ES" sz="10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abre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accesos</a:t>
            </a:r>
            <a:r>
              <a:rPr lang="es-ES" sz="1050" b="0" u="none" spc="-3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anónimos</a:t>
            </a:r>
            <a:r>
              <a:rPr lang="es-ES" sz="1050" b="0" u="none" spc="-3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inseguros.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object 6"/>
          <p:cNvPicPr/>
          <p:nvPr/>
        </p:nvPicPr>
        <p:blipFill>
          <a:blip r:embed="rId2"/>
          <a:stretch/>
        </p:blipFill>
        <p:spPr>
          <a:xfrm>
            <a:off x="4113360" y="1878120"/>
            <a:ext cx="151560" cy="15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object 7"/>
          <p:cNvSpPr/>
          <p:nvPr/>
        </p:nvSpPr>
        <p:spPr>
          <a:xfrm>
            <a:off x="3141000" y="2052000"/>
            <a:ext cx="2097360" cy="10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86400" rIns="0" bIns="0" anchor="t">
            <a:spAutoFit/>
          </a:bodyPr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lang="es-ES" sz="1300" b="1" u="none" strike="noStrike">
                <a:solidFill>
                  <a:srgbClr val="BDF264"/>
                </a:solidFill>
                <a:effectLst/>
                <a:uFillTx/>
                <a:latin typeface="Arial"/>
              </a:rPr>
              <a:t>08</a:t>
            </a:r>
            <a:r>
              <a:rPr lang="es-ES" sz="1300" b="1" u="none" spc="-20" strike="noStrike">
                <a:solidFill>
                  <a:srgbClr val="BDF264"/>
                </a:solidFill>
                <a:effectLst/>
                <a:uFillTx/>
                <a:latin typeface="Arial"/>
              </a:rPr>
              <a:t> </a:t>
            </a:r>
            <a:r>
              <a:rPr lang="es-ES" sz="1300" b="1" u="none" strike="noStrike">
                <a:solidFill>
                  <a:srgbClr val="BDF264"/>
                </a:solidFill>
                <a:effectLst/>
                <a:uFillTx/>
                <a:latin typeface="Arial"/>
              </a:rPr>
              <a:t>Oct</a:t>
            </a:r>
            <a:r>
              <a:rPr lang="es-ES" sz="1300" b="1" u="none" spc="-20" strike="noStrike">
                <a:solidFill>
                  <a:srgbClr val="BDF264"/>
                </a:solidFill>
                <a:effectLst/>
                <a:uFillTx/>
                <a:latin typeface="Arial"/>
              </a:rPr>
              <a:t> 2024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-720" algn="ctr">
              <a:lnSpc>
                <a:spcPct val="116000"/>
              </a:lnSpc>
              <a:spcBef>
                <a:spcPts val="255"/>
              </a:spcBef>
              <a:tabLst>
                <a:tab pos="0" algn="l"/>
              </a:tabLst>
            </a:pP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Despliegue</a:t>
            </a:r>
            <a:r>
              <a:rPr lang="es-ES" sz="10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0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SSH</a:t>
            </a:r>
            <a:r>
              <a:rPr lang="es-ES" sz="10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en</a:t>
            </a:r>
            <a:r>
              <a:rPr lang="es-ES" sz="10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puerto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estándar</a:t>
            </a:r>
            <a:r>
              <a:rPr lang="es-ES" sz="1050" b="0" u="none" spc="-4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con</a:t>
            </a:r>
            <a:r>
              <a:rPr lang="es-ES" sz="1050" b="0" u="none" spc="-4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habilitación</a:t>
            </a:r>
            <a:r>
              <a:rPr lang="es-ES" sz="1050" b="0" u="none" spc="-3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explícita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05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la</a:t>
            </a:r>
            <a:r>
              <a:rPr lang="es-ES" sz="10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directiva</a:t>
            </a:r>
            <a:r>
              <a:rPr lang="es-ES" sz="10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PermitRootLogin</a:t>
            </a:r>
            <a:r>
              <a:rPr lang="es-ES" sz="105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por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contraseña</a:t>
            </a:r>
            <a:r>
              <a:rPr lang="es-ES" sz="1050" b="0" u="none" spc="-3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en</a:t>
            </a:r>
            <a:r>
              <a:rPr lang="es-ES" sz="1050" b="0" u="none" spc="-3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sshd_config.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" name="object 10"/>
          <p:cNvPicPr/>
          <p:nvPr/>
        </p:nvPicPr>
        <p:blipFill>
          <a:blip r:embed="rId3"/>
          <a:stretch/>
        </p:blipFill>
        <p:spPr>
          <a:xfrm>
            <a:off x="6660000" y="1980000"/>
            <a:ext cx="151560" cy="15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object 11"/>
          <p:cNvSpPr/>
          <p:nvPr/>
        </p:nvSpPr>
        <p:spPr>
          <a:xfrm>
            <a:off x="5760000" y="2116440"/>
            <a:ext cx="2010960" cy="10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86400" rIns="0" bIns="0" anchor="t">
            <a:spAutoFit/>
          </a:bodyPr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lang="es-ES" sz="1300" b="1" u="none" strike="noStrike">
                <a:solidFill>
                  <a:srgbClr val="BDF264"/>
                </a:solidFill>
                <a:effectLst/>
                <a:uFillTx/>
                <a:latin typeface="Arial"/>
              </a:rPr>
              <a:t>18</a:t>
            </a:r>
            <a:r>
              <a:rPr lang="es-ES" sz="1300" b="1" u="none" spc="-34" strike="noStrike">
                <a:solidFill>
                  <a:srgbClr val="BDF264"/>
                </a:solidFill>
                <a:effectLst/>
                <a:uFillTx/>
                <a:latin typeface="Arial"/>
              </a:rPr>
              <a:t> </a:t>
            </a:r>
            <a:r>
              <a:rPr lang="es-ES" sz="1300" b="1" u="none" strike="noStrike">
                <a:solidFill>
                  <a:srgbClr val="BDF264"/>
                </a:solidFill>
                <a:effectLst/>
                <a:uFillTx/>
                <a:latin typeface="Arial"/>
              </a:rPr>
              <a:t>May</a:t>
            </a:r>
            <a:r>
              <a:rPr lang="es-ES" sz="1300" b="1" u="none" spc="-34" strike="noStrike">
                <a:solidFill>
                  <a:srgbClr val="BDF264"/>
                </a:solidFill>
                <a:effectLst/>
                <a:uFillTx/>
                <a:latin typeface="Arial"/>
              </a:rPr>
              <a:t> </a:t>
            </a:r>
            <a:r>
              <a:rPr lang="es-ES" sz="1300" b="1" u="none" spc="-20" strike="noStrike">
                <a:solidFill>
                  <a:srgbClr val="BDF264"/>
                </a:solidFill>
                <a:effectLst/>
                <a:uFillTx/>
                <a:latin typeface="Arial"/>
              </a:rPr>
              <a:t>2026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algn="ctr">
              <a:lnSpc>
                <a:spcPct val="116000"/>
              </a:lnSpc>
              <a:spcBef>
                <a:spcPts val="255"/>
              </a:spcBef>
            </a:pP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Identificación</a:t>
            </a:r>
            <a:r>
              <a:rPr lang="es-ES" sz="1050" b="0" u="none" spc="-4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050" b="0" u="none" spc="-3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anomalías</a:t>
            </a:r>
            <a:r>
              <a:rPr lang="es-ES" sz="1050" b="0" u="none" spc="-3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por</a:t>
            </a:r>
            <a:r>
              <a:rPr lang="es-ES" sz="1050" b="0" u="none" spc="-3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el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equipo</a:t>
            </a:r>
            <a:r>
              <a:rPr lang="es-ES" sz="10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SOC,</a:t>
            </a:r>
            <a:r>
              <a:rPr lang="es-ES" sz="10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inicio</a:t>
            </a:r>
            <a:r>
              <a:rPr lang="es-ES" sz="10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0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auditoría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forense</a:t>
            </a:r>
            <a:r>
              <a:rPr lang="es-ES" sz="10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reactiva</a:t>
            </a:r>
            <a:r>
              <a:rPr lang="es-ES" sz="10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y</a:t>
            </a:r>
            <a:r>
              <a:rPr lang="es-ES" sz="10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despliegue</a:t>
            </a:r>
            <a:r>
              <a:rPr lang="es-ES" sz="10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del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plan</a:t>
            </a:r>
            <a:r>
              <a:rPr lang="es-ES" sz="105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0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desinfección.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Pituss2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0C0FAD-6DCC-4830-8645-10F6E6A3FFFE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object 2"/>
          <p:cNvGrpSpPr/>
          <p:nvPr/>
        </p:nvGrpSpPr>
        <p:grpSpPr>
          <a:xfrm>
            <a:off x="720000" y="1590120"/>
            <a:ext cx="9252000" cy="786600"/>
            <a:chOff x="720000" y="1590120"/>
            <a:chExt cx="9252000" cy="786600"/>
          </a:xfrm>
        </p:grpSpPr>
        <p:sp>
          <p:nvSpPr>
            <p:cNvPr id="94" name="object 3"/>
            <p:cNvSpPr/>
            <p:nvPr/>
          </p:nvSpPr>
          <p:spPr>
            <a:xfrm>
              <a:off x="720000" y="1590120"/>
              <a:ext cx="9252000" cy="786600"/>
            </a:xfrm>
            <a:custGeom>
              <a:avLst/>
              <a:gdLst>
                <a:gd name="textAreaLeft" fmla="*/ 0 w 9252000"/>
                <a:gd name="textAreaRight" fmla="*/ 9252720 w 9252000"/>
                <a:gd name="textAreaTop" fmla="*/ 0 h 786600"/>
                <a:gd name="textAreaBottom" fmla="*/ 787320 h 786600"/>
              </a:gdLst>
              <a:ahLst/>
              <a:cxnLst/>
              <a:rect l="textAreaLeft" t="textAreaTop" r="textAreaRight" b="textAreaBottom"/>
              <a:pathLst>
                <a:path w="9252585" h="787400">
                  <a:moveTo>
                    <a:pt x="9175800" y="787403"/>
                  </a:moveTo>
                  <a:lnTo>
                    <a:pt x="0" y="787403"/>
                  </a:lnTo>
                  <a:lnTo>
                    <a:pt x="0" y="0"/>
                  </a:lnTo>
                  <a:lnTo>
                    <a:pt x="9175800" y="0"/>
                  </a:lnTo>
                  <a:lnTo>
                    <a:pt x="9205387" y="6012"/>
                  </a:lnTo>
                  <a:lnTo>
                    <a:pt x="9229616" y="22383"/>
                  </a:lnTo>
                  <a:lnTo>
                    <a:pt x="9245987" y="46612"/>
                  </a:lnTo>
                  <a:lnTo>
                    <a:pt x="9252000" y="76200"/>
                  </a:lnTo>
                  <a:lnTo>
                    <a:pt x="9252000" y="711203"/>
                  </a:lnTo>
                  <a:lnTo>
                    <a:pt x="9245987" y="740790"/>
                  </a:lnTo>
                  <a:lnTo>
                    <a:pt x="9229616" y="765019"/>
                  </a:lnTo>
                  <a:lnTo>
                    <a:pt x="9205387" y="781390"/>
                  </a:lnTo>
                  <a:lnTo>
                    <a:pt x="9175800" y="787403"/>
                  </a:lnTo>
                  <a:close/>
                </a:path>
              </a:pathLst>
            </a:custGeom>
            <a:solidFill>
              <a:srgbClr val="EF444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object 4"/>
            <p:cNvSpPr/>
            <p:nvPr/>
          </p:nvSpPr>
          <p:spPr>
            <a:xfrm>
              <a:off x="720000" y="1590120"/>
              <a:ext cx="56520" cy="786600"/>
            </a:xfrm>
            <a:custGeom>
              <a:avLst/>
              <a:gdLst>
                <a:gd name="textAreaLeft" fmla="*/ 0 w 56520"/>
                <a:gd name="textAreaRight" fmla="*/ 57240 w 56520"/>
                <a:gd name="textAreaTop" fmla="*/ 0 h 786600"/>
                <a:gd name="textAreaBottom" fmla="*/ 787320 h 786600"/>
              </a:gdLst>
              <a:ahLst/>
              <a:cxnLst/>
              <a:rect l="textAreaLeft" t="textAreaTop" r="textAreaRight" b="textAreaBottom"/>
              <a:pathLst>
                <a:path w="57150" h="787400">
                  <a:moveTo>
                    <a:pt x="57150" y="787403"/>
                  </a:moveTo>
                  <a:lnTo>
                    <a:pt x="0" y="787403"/>
                  </a:lnTo>
                  <a:lnTo>
                    <a:pt x="0" y="0"/>
                  </a:lnTo>
                  <a:lnTo>
                    <a:pt x="57150" y="0"/>
                  </a:lnTo>
                  <a:lnTo>
                    <a:pt x="57150" y="787403"/>
                  </a:lnTo>
                  <a:close/>
                </a:path>
              </a:pathLst>
            </a:custGeom>
            <a:solidFill>
              <a:srgbClr val="EF444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6" name="object 5"/>
          <p:cNvGrpSpPr/>
          <p:nvPr/>
        </p:nvGrpSpPr>
        <p:grpSpPr>
          <a:xfrm>
            <a:off x="720000" y="2511000"/>
            <a:ext cx="9252000" cy="786600"/>
            <a:chOff x="720000" y="2511000"/>
            <a:chExt cx="9252000" cy="786600"/>
          </a:xfrm>
        </p:grpSpPr>
        <p:sp>
          <p:nvSpPr>
            <p:cNvPr id="97" name="object 6"/>
            <p:cNvSpPr/>
            <p:nvPr/>
          </p:nvSpPr>
          <p:spPr>
            <a:xfrm>
              <a:off x="720000" y="2511000"/>
              <a:ext cx="9252000" cy="786600"/>
            </a:xfrm>
            <a:custGeom>
              <a:avLst/>
              <a:gdLst>
                <a:gd name="textAreaLeft" fmla="*/ 0 w 9252000"/>
                <a:gd name="textAreaRight" fmla="*/ 9252720 w 9252000"/>
                <a:gd name="textAreaTop" fmla="*/ 0 h 786600"/>
                <a:gd name="textAreaBottom" fmla="*/ 787320 h 786600"/>
              </a:gdLst>
              <a:ahLst/>
              <a:cxnLst/>
              <a:rect l="textAreaLeft" t="textAreaTop" r="textAreaRight" b="textAreaBottom"/>
              <a:pathLst>
                <a:path w="9252585" h="787400">
                  <a:moveTo>
                    <a:pt x="9175800" y="787403"/>
                  </a:moveTo>
                  <a:lnTo>
                    <a:pt x="0" y="787403"/>
                  </a:lnTo>
                  <a:lnTo>
                    <a:pt x="0" y="0"/>
                  </a:lnTo>
                  <a:lnTo>
                    <a:pt x="9175800" y="0"/>
                  </a:lnTo>
                  <a:lnTo>
                    <a:pt x="9205387" y="6012"/>
                  </a:lnTo>
                  <a:lnTo>
                    <a:pt x="9229616" y="22383"/>
                  </a:lnTo>
                  <a:lnTo>
                    <a:pt x="9245987" y="46612"/>
                  </a:lnTo>
                  <a:lnTo>
                    <a:pt x="9252000" y="76200"/>
                  </a:lnTo>
                  <a:lnTo>
                    <a:pt x="9252000" y="711203"/>
                  </a:lnTo>
                  <a:lnTo>
                    <a:pt x="9245987" y="740790"/>
                  </a:lnTo>
                  <a:lnTo>
                    <a:pt x="9229616" y="765019"/>
                  </a:lnTo>
                  <a:lnTo>
                    <a:pt x="9205387" y="781390"/>
                  </a:lnTo>
                  <a:lnTo>
                    <a:pt x="9175800" y="787403"/>
                  </a:lnTo>
                  <a:close/>
                </a:path>
              </a:pathLst>
            </a:custGeom>
            <a:solidFill>
              <a:srgbClr val="F97216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object 7"/>
            <p:cNvSpPr/>
            <p:nvPr/>
          </p:nvSpPr>
          <p:spPr>
            <a:xfrm>
              <a:off x="720000" y="2511000"/>
              <a:ext cx="56520" cy="786600"/>
            </a:xfrm>
            <a:custGeom>
              <a:avLst/>
              <a:gdLst>
                <a:gd name="textAreaLeft" fmla="*/ 0 w 56520"/>
                <a:gd name="textAreaRight" fmla="*/ 57240 w 56520"/>
                <a:gd name="textAreaTop" fmla="*/ 0 h 786600"/>
                <a:gd name="textAreaBottom" fmla="*/ 787320 h 786600"/>
              </a:gdLst>
              <a:ahLst/>
              <a:cxnLst/>
              <a:rect l="textAreaLeft" t="textAreaTop" r="textAreaRight" b="textAreaBottom"/>
              <a:pathLst>
                <a:path w="57150" h="787400">
                  <a:moveTo>
                    <a:pt x="57150" y="787403"/>
                  </a:moveTo>
                  <a:lnTo>
                    <a:pt x="0" y="787403"/>
                  </a:lnTo>
                  <a:lnTo>
                    <a:pt x="0" y="0"/>
                  </a:lnTo>
                  <a:lnTo>
                    <a:pt x="57150" y="0"/>
                  </a:lnTo>
                  <a:lnTo>
                    <a:pt x="57150" y="787403"/>
                  </a:lnTo>
                  <a:close/>
                </a:path>
              </a:pathLst>
            </a:custGeom>
            <a:solidFill>
              <a:srgbClr val="F972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9" name="object 8"/>
          <p:cNvGrpSpPr/>
          <p:nvPr/>
        </p:nvGrpSpPr>
        <p:grpSpPr>
          <a:xfrm>
            <a:off x="720000" y="3431880"/>
            <a:ext cx="9252000" cy="786600"/>
            <a:chOff x="720000" y="3431880"/>
            <a:chExt cx="9252000" cy="786600"/>
          </a:xfrm>
        </p:grpSpPr>
        <p:sp>
          <p:nvSpPr>
            <p:cNvPr id="100" name="object 9"/>
            <p:cNvSpPr/>
            <p:nvPr/>
          </p:nvSpPr>
          <p:spPr>
            <a:xfrm>
              <a:off x="720000" y="3431880"/>
              <a:ext cx="9252000" cy="786600"/>
            </a:xfrm>
            <a:custGeom>
              <a:avLst/>
              <a:gdLst>
                <a:gd name="textAreaLeft" fmla="*/ 0 w 9252000"/>
                <a:gd name="textAreaRight" fmla="*/ 9252720 w 9252000"/>
                <a:gd name="textAreaTop" fmla="*/ 0 h 786600"/>
                <a:gd name="textAreaBottom" fmla="*/ 787320 h 786600"/>
              </a:gdLst>
              <a:ahLst/>
              <a:cxnLst/>
              <a:rect l="textAreaLeft" t="textAreaTop" r="textAreaRight" b="textAreaBottom"/>
              <a:pathLst>
                <a:path w="9252585" h="787400">
                  <a:moveTo>
                    <a:pt x="9175800" y="787403"/>
                  </a:moveTo>
                  <a:lnTo>
                    <a:pt x="0" y="787403"/>
                  </a:lnTo>
                  <a:lnTo>
                    <a:pt x="0" y="0"/>
                  </a:lnTo>
                  <a:lnTo>
                    <a:pt x="9175800" y="0"/>
                  </a:lnTo>
                  <a:lnTo>
                    <a:pt x="9205387" y="6012"/>
                  </a:lnTo>
                  <a:lnTo>
                    <a:pt x="9229616" y="22383"/>
                  </a:lnTo>
                  <a:lnTo>
                    <a:pt x="9245987" y="46612"/>
                  </a:lnTo>
                  <a:lnTo>
                    <a:pt x="9252000" y="76200"/>
                  </a:lnTo>
                  <a:lnTo>
                    <a:pt x="9252000" y="711203"/>
                  </a:lnTo>
                  <a:lnTo>
                    <a:pt x="9245987" y="740790"/>
                  </a:lnTo>
                  <a:lnTo>
                    <a:pt x="9229616" y="765019"/>
                  </a:lnTo>
                  <a:lnTo>
                    <a:pt x="9205387" y="781390"/>
                  </a:lnTo>
                  <a:lnTo>
                    <a:pt x="9175800" y="787403"/>
                  </a:lnTo>
                  <a:close/>
                </a:path>
              </a:pathLst>
            </a:custGeom>
            <a:solidFill>
              <a:srgbClr val="FFFFFF">
                <a:alpha val="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object 10"/>
            <p:cNvSpPr/>
            <p:nvPr/>
          </p:nvSpPr>
          <p:spPr>
            <a:xfrm>
              <a:off x="720000" y="3431880"/>
              <a:ext cx="56520" cy="786600"/>
            </a:xfrm>
            <a:custGeom>
              <a:avLst/>
              <a:gdLst>
                <a:gd name="textAreaLeft" fmla="*/ 0 w 56520"/>
                <a:gd name="textAreaRight" fmla="*/ 57240 w 56520"/>
                <a:gd name="textAreaTop" fmla="*/ 0 h 786600"/>
                <a:gd name="textAreaBottom" fmla="*/ 787320 h 786600"/>
              </a:gdLst>
              <a:ahLst/>
              <a:cxnLst/>
              <a:rect l="textAreaLeft" t="textAreaTop" r="textAreaRight" b="textAreaBottom"/>
              <a:pathLst>
                <a:path w="57150" h="787400">
                  <a:moveTo>
                    <a:pt x="57150" y="787403"/>
                  </a:moveTo>
                  <a:lnTo>
                    <a:pt x="0" y="787403"/>
                  </a:lnTo>
                  <a:lnTo>
                    <a:pt x="0" y="0"/>
                  </a:lnTo>
                  <a:lnTo>
                    <a:pt x="57150" y="0"/>
                  </a:lnTo>
                  <a:lnTo>
                    <a:pt x="57150" y="787403"/>
                  </a:lnTo>
                  <a:close/>
                </a:path>
              </a:pathLst>
            </a:custGeom>
            <a:solidFill>
              <a:srgbClr val="3B82F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2" name="object 11"/>
          <p:cNvGrpSpPr/>
          <p:nvPr/>
        </p:nvGrpSpPr>
        <p:grpSpPr>
          <a:xfrm>
            <a:off x="720000" y="4352400"/>
            <a:ext cx="9252000" cy="786600"/>
            <a:chOff x="720000" y="4352400"/>
            <a:chExt cx="9252000" cy="786600"/>
          </a:xfrm>
        </p:grpSpPr>
        <p:sp>
          <p:nvSpPr>
            <p:cNvPr id="103" name="object 12"/>
            <p:cNvSpPr/>
            <p:nvPr/>
          </p:nvSpPr>
          <p:spPr>
            <a:xfrm>
              <a:off x="720000" y="4352400"/>
              <a:ext cx="9252000" cy="786600"/>
            </a:xfrm>
            <a:custGeom>
              <a:avLst/>
              <a:gdLst>
                <a:gd name="textAreaLeft" fmla="*/ 0 w 9252000"/>
                <a:gd name="textAreaRight" fmla="*/ 9252720 w 9252000"/>
                <a:gd name="textAreaTop" fmla="*/ 0 h 786600"/>
                <a:gd name="textAreaBottom" fmla="*/ 787320 h 786600"/>
              </a:gdLst>
              <a:ahLst/>
              <a:cxnLst/>
              <a:rect l="textAreaLeft" t="textAreaTop" r="textAreaRight" b="textAreaBottom"/>
              <a:pathLst>
                <a:path w="9252585" h="787400">
                  <a:moveTo>
                    <a:pt x="9175800" y="787403"/>
                  </a:moveTo>
                  <a:lnTo>
                    <a:pt x="0" y="787403"/>
                  </a:lnTo>
                  <a:lnTo>
                    <a:pt x="0" y="0"/>
                  </a:lnTo>
                  <a:lnTo>
                    <a:pt x="9175800" y="0"/>
                  </a:lnTo>
                  <a:lnTo>
                    <a:pt x="9205387" y="6012"/>
                  </a:lnTo>
                  <a:lnTo>
                    <a:pt x="9229616" y="22383"/>
                  </a:lnTo>
                  <a:lnTo>
                    <a:pt x="9245987" y="46612"/>
                  </a:lnTo>
                  <a:lnTo>
                    <a:pt x="9252000" y="76200"/>
                  </a:lnTo>
                  <a:lnTo>
                    <a:pt x="9252000" y="711203"/>
                  </a:lnTo>
                  <a:lnTo>
                    <a:pt x="9245987" y="740790"/>
                  </a:lnTo>
                  <a:lnTo>
                    <a:pt x="9229616" y="765019"/>
                  </a:lnTo>
                  <a:lnTo>
                    <a:pt x="9205387" y="781390"/>
                  </a:lnTo>
                  <a:lnTo>
                    <a:pt x="9175800" y="787403"/>
                  </a:lnTo>
                  <a:close/>
                </a:path>
              </a:pathLst>
            </a:custGeom>
            <a:solidFill>
              <a:srgbClr val="FFFFFF">
                <a:alpha val="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object 13"/>
            <p:cNvSpPr/>
            <p:nvPr/>
          </p:nvSpPr>
          <p:spPr>
            <a:xfrm>
              <a:off x="720000" y="4352400"/>
              <a:ext cx="56520" cy="786600"/>
            </a:xfrm>
            <a:custGeom>
              <a:avLst/>
              <a:gdLst>
                <a:gd name="textAreaLeft" fmla="*/ 0 w 56520"/>
                <a:gd name="textAreaRight" fmla="*/ 57240 w 56520"/>
                <a:gd name="textAreaTop" fmla="*/ 0 h 786600"/>
                <a:gd name="textAreaBottom" fmla="*/ 787320 h 786600"/>
              </a:gdLst>
              <a:ahLst/>
              <a:cxnLst/>
              <a:rect l="textAreaLeft" t="textAreaTop" r="textAreaRight" b="textAreaBottom"/>
              <a:pathLst>
                <a:path w="57150" h="787400">
                  <a:moveTo>
                    <a:pt x="57150" y="787403"/>
                  </a:moveTo>
                  <a:lnTo>
                    <a:pt x="0" y="787403"/>
                  </a:lnTo>
                  <a:lnTo>
                    <a:pt x="0" y="0"/>
                  </a:lnTo>
                  <a:lnTo>
                    <a:pt x="57150" y="0"/>
                  </a:lnTo>
                  <a:lnTo>
                    <a:pt x="57150" y="787403"/>
                  </a:lnTo>
                  <a:close/>
                </a:path>
              </a:pathLst>
            </a:custGeom>
            <a:solidFill>
              <a:srgbClr val="3B82F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69400" y="797760"/>
            <a:ext cx="6562080" cy="42228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es-ES" sz="2600" b="0" u="none" spc="-111" strike="noStrike">
                <a:solidFill>
                  <a:srgbClr val="BDF264"/>
                </a:solidFill>
                <a:effectLst/>
                <a:uFillTx/>
                <a:latin typeface="Arial MT"/>
              </a:rPr>
              <a:t>MATRIZ</a:t>
            </a:r>
            <a:r>
              <a:rPr lang="es-ES" sz="2600" b="0" u="none" spc="-74" strike="noStrike">
                <a:solidFill>
                  <a:srgbClr val="BDF264"/>
                </a:solidFill>
                <a:effectLst/>
                <a:uFillTx/>
                <a:latin typeface="Arial MT"/>
              </a:rPr>
              <a:t> </a:t>
            </a:r>
            <a:r>
              <a:rPr lang="es-ES" sz="2600" b="0" u="none" strike="noStrike">
                <a:solidFill>
                  <a:srgbClr val="BDF264"/>
                </a:solidFill>
                <a:effectLst/>
                <a:uFillTx/>
                <a:latin typeface="Arial MT"/>
              </a:rPr>
              <a:t>DE</a:t>
            </a:r>
            <a:r>
              <a:rPr lang="es-ES" sz="2600" b="0" u="none" spc="-130" strike="noStrike">
                <a:solidFill>
                  <a:srgbClr val="BDF264"/>
                </a:solidFill>
                <a:effectLst/>
                <a:uFillTx/>
                <a:latin typeface="Arial MT"/>
              </a:rPr>
              <a:t> </a:t>
            </a:r>
            <a:r>
              <a:rPr lang="es-ES" sz="2600" b="0" u="none" spc="-71" strike="noStrike">
                <a:solidFill>
                  <a:srgbClr val="BDF264"/>
                </a:solidFill>
                <a:effectLst/>
                <a:uFillTx/>
                <a:latin typeface="Arial MT"/>
              </a:rPr>
              <a:t>SEVERIDAD</a:t>
            </a:r>
            <a:r>
              <a:rPr lang="es-ES" sz="2600" b="0" u="none" spc="-99" strike="noStrike">
                <a:solidFill>
                  <a:srgbClr val="BDF264"/>
                </a:solidFill>
                <a:effectLst/>
                <a:uFillTx/>
                <a:latin typeface="Arial MT"/>
              </a:rPr>
              <a:t> </a:t>
            </a:r>
            <a:r>
              <a:rPr lang="es-ES" sz="2600" b="0" u="none" spc="-26" strike="noStrike">
                <a:solidFill>
                  <a:srgbClr val="BDF264"/>
                </a:solidFill>
                <a:effectLst/>
                <a:uFillTx/>
                <a:latin typeface="Arial MT"/>
              </a:rPr>
              <a:t>TÉCNICA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6" name="object 15"/>
          <p:cNvSpPr/>
          <p:nvPr/>
        </p:nvSpPr>
        <p:spPr>
          <a:xfrm>
            <a:off x="992880" y="1736280"/>
            <a:ext cx="151884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2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CVSS</a:t>
            </a:r>
            <a:r>
              <a:rPr lang="es-ES" sz="2400" b="1" u="none" spc="-136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s-ES" sz="2400" b="1" u="none" spc="-20" strike="noStrike">
                <a:solidFill>
                  <a:srgbClr val="FFFFFF"/>
                </a:solidFill>
                <a:effectLst/>
                <a:uFillTx/>
                <a:latin typeface="Arial"/>
              </a:rPr>
              <a:t>10.0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object 16"/>
          <p:cNvSpPr/>
          <p:nvPr/>
        </p:nvSpPr>
        <p:spPr>
          <a:xfrm>
            <a:off x="2612880" y="1662120"/>
            <a:ext cx="5711040" cy="55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1680" rIns="0" bIns="0" anchor="t">
            <a:spAutoFit/>
          </a:bodyPr>
          <a:p>
            <a:pPr marL="12600">
              <a:lnSpc>
                <a:spcPct val="100000"/>
              </a:lnSpc>
              <a:spcBef>
                <a:spcPts val="249"/>
              </a:spcBef>
            </a:pPr>
            <a:r>
              <a:rPr lang="es-E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Autenticación</a:t>
            </a:r>
            <a:r>
              <a:rPr lang="es-ES" sz="1400" b="1" u="none" spc="-14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s-E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Remota</a:t>
            </a:r>
            <a:r>
              <a:rPr lang="es-ES" sz="1400" b="1" u="none" spc="-14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s-E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Directa</a:t>
            </a:r>
            <a:r>
              <a:rPr lang="es-ES" sz="1400" b="1" u="none" spc="-14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s-E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r>
              <a:rPr lang="es-ES" sz="1400" b="1" u="none" spc="-14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s-E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Root</a:t>
            </a:r>
            <a:r>
              <a:rPr lang="es-ES" sz="1400" b="1" u="none" spc="-11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s-E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(Servicio</a:t>
            </a:r>
            <a:r>
              <a:rPr lang="es-ES" sz="1400" b="1" u="none" spc="-14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s-ES" sz="1400" b="1" u="none" spc="-20" strike="noStrike">
                <a:solidFill>
                  <a:srgbClr val="FFFFFF"/>
                </a:solidFill>
                <a:effectLst/>
                <a:uFillTx/>
                <a:latin typeface="Arial"/>
              </a:rPr>
              <a:t>SSH)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ts val="1049"/>
              </a:lnSpc>
              <a:spcBef>
                <a:spcPts val="326"/>
              </a:spcBef>
            </a:pP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Habilitación</a:t>
            </a:r>
            <a:r>
              <a:rPr lang="es-ES" sz="10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explícita</a:t>
            </a:r>
            <a:r>
              <a:rPr lang="es-ES" sz="10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0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inicio</a:t>
            </a:r>
            <a:r>
              <a:rPr lang="es-ES" sz="10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0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sesión</a:t>
            </a:r>
            <a:r>
              <a:rPr lang="es-ES" sz="10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administrativo</a:t>
            </a:r>
            <a:r>
              <a:rPr lang="es-ES" sz="10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remoto</a:t>
            </a:r>
            <a:r>
              <a:rPr lang="es-ES" sz="10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bajo</a:t>
            </a:r>
            <a:r>
              <a:rPr lang="es-ES" sz="10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contraseñas</a:t>
            </a:r>
            <a:r>
              <a:rPr lang="es-ES" sz="10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convencionales.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Expone</a:t>
            </a:r>
            <a:r>
              <a:rPr lang="es-ES" sz="10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la</a:t>
            </a:r>
            <a:r>
              <a:rPr lang="es-ES" sz="1050" b="0" u="none" spc="-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infraestructura</a:t>
            </a:r>
            <a:r>
              <a:rPr lang="es-ES" sz="1050" b="0" u="none" spc="-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a</a:t>
            </a:r>
            <a:r>
              <a:rPr lang="es-ES" sz="1050" b="0" u="none" spc="-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ataques</a:t>
            </a:r>
            <a:r>
              <a:rPr lang="es-ES" sz="1050" b="0" u="none" spc="-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automatizados</a:t>
            </a:r>
            <a:r>
              <a:rPr lang="es-ES" sz="1050" b="0" u="none" spc="-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050" b="0" u="none" spc="-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diccionario.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object 17"/>
          <p:cNvSpPr/>
          <p:nvPr/>
        </p:nvSpPr>
        <p:spPr>
          <a:xfrm>
            <a:off x="9016560" y="1869480"/>
            <a:ext cx="726480" cy="227880"/>
          </a:xfrm>
          <a:custGeom>
            <a:avLst/>
            <a:gdLst>
              <a:gd name="textAreaLeft" fmla="*/ 0 w 726480"/>
              <a:gd name="textAreaRight" fmla="*/ 727200 w 72648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727075" h="228600">
                <a:moveTo>
                  <a:pt x="688888" y="228600"/>
                </a:moveTo>
                <a:lnTo>
                  <a:pt x="38100" y="228600"/>
                </a:lnTo>
                <a:lnTo>
                  <a:pt x="23306" y="225593"/>
                </a:lnTo>
                <a:lnTo>
                  <a:pt x="11191" y="217408"/>
                </a:lnTo>
                <a:lnTo>
                  <a:pt x="3006" y="205293"/>
                </a:lnTo>
                <a:lnTo>
                  <a:pt x="0" y="190500"/>
                </a:lnTo>
                <a:lnTo>
                  <a:pt x="0" y="38100"/>
                </a:lnTo>
                <a:lnTo>
                  <a:pt x="3006" y="23306"/>
                </a:lnTo>
                <a:lnTo>
                  <a:pt x="11191" y="11191"/>
                </a:lnTo>
                <a:lnTo>
                  <a:pt x="23306" y="3006"/>
                </a:lnTo>
                <a:lnTo>
                  <a:pt x="38100" y="0"/>
                </a:lnTo>
                <a:lnTo>
                  <a:pt x="688888" y="0"/>
                </a:lnTo>
                <a:lnTo>
                  <a:pt x="703681" y="3006"/>
                </a:lnTo>
                <a:lnTo>
                  <a:pt x="715796" y="11191"/>
                </a:lnTo>
                <a:lnTo>
                  <a:pt x="723981" y="23306"/>
                </a:lnTo>
                <a:lnTo>
                  <a:pt x="726988" y="38100"/>
                </a:lnTo>
                <a:lnTo>
                  <a:pt x="726988" y="190500"/>
                </a:lnTo>
                <a:lnTo>
                  <a:pt x="723981" y="205293"/>
                </a:lnTo>
                <a:lnTo>
                  <a:pt x="715796" y="217408"/>
                </a:lnTo>
                <a:lnTo>
                  <a:pt x="703681" y="225593"/>
                </a:lnTo>
                <a:lnTo>
                  <a:pt x="688888" y="228600"/>
                </a:lnTo>
                <a:close/>
              </a:path>
            </a:pathLst>
          </a:cu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object 18"/>
          <p:cNvSpPr/>
          <p:nvPr/>
        </p:nvSpPr>
        <p:spPr>
          <a:xfrm>
            <a:off x="9137160" y="1883160"/>
            <a:ext cx="48564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900" b="1" u="none" spc="-11" strike="noStrike">
                <a:solidFill>
                  <a:srgbClr val="FFFFFF"/>
                </a:solidFill>
                <a:effectLst/>
                <a:uFillTx/>
                <a:latin typeface="Arial"/>
              </a:rPr>
              <a:t>CRÍTICA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object 19"/>
          <p:cNvSpPr/>
          <p:nvPr/>
        </p:nvSpPr>
        <p:spPr>
          <a:xfrm>
            <a:off x="992880" y="2656800"/>
            <a:ext cx="134928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2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CVSS</a:t>
            </a:r>
            <a:r>
              <a:rPr lang="es-ES" sz="2400" b="1" u="none" spc="-136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s-ES" sz="2400" b="1" u="none" spc="-26" strike="noStrike">
                <a:solidFill>
                  <a:srgbClr val="FFFFFF"/>
                </a:solidFill>
                <a:effectLst/>
                <a:uFillTx/>
                <a:latin typeface="Arial"/>
              </a:rPr>
              <a:t>7.5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object 20"/>
          <p:cNvSpPr/>
          <p:nvPr/>
        </p:nvSpPr>
        <p:spPr>
          <a:xfrm>
            <a:off x="2612880" y="2583000"/>
            <a:ext cx="5746680" cy="55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1680" rIns="0" bIns="0" anchor="t">
            <a:spAutoFit/>
          </a:bodyPr>
          <a:p>
            <a:pPr marL="12600">
              <a:lnSpc>
                <a:spcPct val="100000"/>
              </a:lnSpc>
              <a:spcBef>
                <a:spcPts val="249"/>
              </a:spcBef>
            </a:pPr>
            <a:r>
              <a:rPr lang="es-E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Permisos</a:t>
            </a:r>
            <a:r>
              <a:rPr lang="es-ES" sz="1400" b="1" u="none" spc="-11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s-E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Globales</a:t>
            </a:r>
            <a:r>
              <a:rPr lang="es-ES" sz="1400" b="1" u="none" spc="-11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s-E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Laxos</a:t>
            </a:r>
            <a:r>
              <a:rPr lang="es-ES" sz="1400" b="1" u="none" spc="-6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s-E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en</a:t>
            </a:r>
            <a:r>
              <a:rPr lang="es-ES" sz="1400" b="1" u="none" spc="-11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s-E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Configuración</a:t>
            </a:r>
            <a:r>
              <a:rPr lang="es-ES" sz="1400" b="1" u="none" spc="-6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s-ES" sz="1400" b="1" u="none" spc="-26" strike="noStrike">
                <a:solidFill>
                  <a:srgbClr val="FFFFFF"/>
                </a:solidFill>
                <a:effectLst/>
                <a:uFillTx/>
                <a:latin typeface="Arial"/>
              </a:rPr>
              <a:t>Web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ts val="1049"/>
              </a:lnSpc>
              <a:spcBef>
                <a:spcPts val="326"/>
              </a:spcBef>
            </a:pP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Archivo</a:t>
            </a:r>
            <a:r>
              <a:rPr lang="es-ES" sz="10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esencial</a:t>
            </a:r>
            <a:r>
              <a:rPr lang="es-ES" sz="10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wp-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config.php</a:t>
            </a:r>
            <a:r>
              <a:rPr lang="es-ES" sz="10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parametrizado</a:t>
            </a:r>
            <a:r>
              <a:rPr lang="es-ES" sz="10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con</a:t>
            </a:r>
            <a:r>
              <a:rPr lang="es-ES" sz="10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permisos</a:t>
            </a:r>
            <a:r>
              <a:rPr lang="es-ES" sz="10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absolutos</a:t>
            </a:r>
            <a:r>
              <a:rPr lang="es-ES" sz="10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(777).</a:t>
            </a:r>
            <a:r>
              <a:rPr lang="es-ES" sz="10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Permite</a:t>
            </a:r>
            <a:r>
              <a:rPr lang="es-ES" sz="10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a</a:t>
            </a:r>
            <a:r>
              <a:rPr lang="es-ES" sz="10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cualquier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usuario</a:t>
            </a:r>
            <a:r>
              <a:rPr lang="es-ES" sz="1050" b="0" u="none" spc="-3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local</a:t>
            </a:r>
            <a:r>
              <a:rPr lang="es-ES" sz="10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leer</a:t>
            </a:r>
            <a:r>
              <a:rPr lang="es-ES" sz="10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secretos</a:t>
            </a:r>
            <a:r>
              <a:rPr lang="es-ES" sz="1050" b="0" u="none" spc="-3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0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conexión</a:t>
            </a:r>
            <a:r>
              <a:rPr lang="es-ES" sz="10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en</a:t>
            </a:r>
            <a:r>
              <a:rPr lang="es-ES" sz="1050" b="0" u="none" spc="-3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texto</a:t>
            </a:r>
            <a:r>
              <a:rPr lang="es-ES" sz="10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plano.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object 21"/>
          <p:cNvSpPr/>
          <p:nvPr/>
        </p:nvSpPr>
        <p:spPr>
          <a:xfrm>
            <a:off x="9192960" y="2790360"/>
            <a:ext cx="549720" cy="227880"/>
          </a:xfrm>
          <a:custGeom>
            <a:avLst/>
            <a:gdLst>
              <a:gd name="textAreaLeft" fmla="*/ 0 w 549720"/>
              <a:gd name="textAreaRight" fmla="*/ 550440 w 54972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550545" h="228600">
                <a:moveTo>
                  <a:pt x="512294" y="228600"/>
                </a:moveTo>
                <a:lnTo>
                  <a:pt x="38100" y="228600"/>
                </a:lnTo>
                <a:lnTo>
                  <a:pt x="23306" y="225593"/>
                </a:lnTo>
                <a:lnTo>
                  <a:pt x="11191" y="217408"/>
                </a:lnTo>
                <a:lnTo>
                  <a:pt x="3006" y="205293"/>
                </a:lnTo>
                <a:lnTo>
                  <a:pt x="0" y="190500"/>
                </a:lnTo>
                <a:lnTo>
                  <a:pt x="0" y="38100"/>
                </a:lnTo>
                <a:lnTo>
                  <a:pt x="3006" y="23306"/>
                </a:lnTo>
                <a:lnTo>
                  <a:pt x="11191" y="11191"/>
                </a:lnTo>
                <a:lnTo>
                  <a:pt x="23306" y="3006"/>
                </a:lnTo>
                <a:lnTo>
                  <a:pt x="38100" y="0"/>
                </a:lnTo>
                <a:lnTo>
                  <a:pt x="512294" y="0"/>
                </a:lnTo>
                <a:lnTo>
                  <a:pt x="527087" y="3006"/>
                </a:lnTo>
                <a:lnTo>
                  <a:pt x="539202" y="11191"/>
                </a:lnTo>
                <a:lnTo>
                  <a:pt x="547388" y="23306"/>
                </a:lnTo>
                <a:lnTo>
                  <a:pt x="550394" y="38100"/>
                </a:lnTo>
                <a:lnTo>
                  <a:pt x="550394" y="190500"/>
                </a:lnTo>
                <a:lnTo>
                  <a:pt x="547388" y="205293"/>
                </a:lnTo>
                <a:lnTo>
                  <a:pt x="539202" y="217408"/>
                </a:lnTo>
                <a:lnTo>
                  <a:pt x="527087" y="225593"/>
                </a:lnTo>
                <a:lnTo>
                  <a:pt x="512294" y="228600"/>
                </a:lnTo>
                <a:close/>
              </a:path>
            </a:pathLst>
          </a:custGeom>
          <a:solidFill>
            <a:srgbClr val="F972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object 22"/>
          <p:cNvSpPr/>
          <p:nvPr/>
        </p:nvSpPr>
        <p:spPr>
          <a:xfrm>
            <a:off x="9313560" y="2803680"/>
            <a:ext cx="3085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900" b="1" u="none" spc="-34" strike="noStrike">
                <a:solidFill>
                  <a:srgbClr val="FFFFFF"/>
                </a:solidFill>
                <a:effectLst/>
                <a:uFillTx/>
                <a:latin typeface="Arial"/>
              </a:rPr>
              <a:t>ALTA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object 23"/>
          <p:cNvSpPr/>
          <p:nvPr/>
        </p:nvSpPr>
        <p:spPr>
          <a:xfrm>
            <a:off x="992880" y="3577680"/>
            <a:ext cx="134928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2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CVSS</a:t>
            </a:r>
            <a:r>
              <a:rPr lang="es-ES" sz="2400" b="1" u="none" spc="-136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s-ES" sz="2400" b="1" u="none" spc="-26" strike="noStrike">
                <a:solidFill>
                  <a:srgbClr val="FFFFFF"/>
                </a:solidFill>
                <a:effectLst/>
                <a:uFillTx/>
                <a:latin typeface="Arial"/>
              </a:rPr>
              <a:t>5.0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object 24"/>
          <p:cNvSpPr/>
          <p:nvPr/>
        </p:nvSpPr>
        <p:spPr>
          <a:xfrm>
            <a:off x="2612880" y="3503880"/>
            <a:ext cx="5877000" cy="55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1680" rIns="0" bIns="0" anchor="t">
            <a:spAutoFit/>
          </a:bodyPr>
          <a:p>
            <a:pPr marL="12600">
              <a:lnSpc>
                <a:spcPct val="100000"/>
              </a:lnSpc>
              <a:spcBef>
                <a:spcPts val="249"/>
              </a:spcBef>
            </a:pPr>
            <a:r>
              <a:rPr lang="es-E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Acceso</a:t>
            </a:r>
            <a:r>
              <a:rPr lang="es-ES" sz="1400" b="1" u="none" spc="-26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s-E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Anónimo</a:t>
            </a:r>
            <a:r>
              <a:rPr lang="es-ES" sz="1400" b="1" u="none" spc="-26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s-E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Activo</a:t>
            </a:r>
            <a:r>
              <a:rPr lang="es-ES" sz="1400" b="1" u="none" spc="-20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s-E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en</a:t>
            </a:r>
            <a:r>
              <a:rPr lang="es-ES" sz="1400" b="1" u="none" spc="-26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s-E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Servidor</a:t>
            </a:r>
            <a:r>
              <a:rPr lang="es-ES" sz="1400" b="1" u="none" spc="-20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s-ES" sz="1400" b="1" u="none" spc="-26" strike="noStrike">
                <a:solidFill>
                  <a:srgbClr val="FFFFFF"/>
                </a:solidFill>
                <a:effectLst/>
                <a:uFillTx/>
                <a:latin typeface="Arial"/>
              </a:rPr>
              <a:t>FTP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ts val="1049"/>
              </a:lnSpc>
              <a:spcBef>
                <a:spcPts val="326"/>
              </a:spcBef>
            </a:pP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Directiva</a:t>
            </a:r>
            <a:r>
              <a:rPr lang="es-ES" sz="10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anonymous_enable</a:t>
            </a:r>
            <a:r>
              <a:rPr lang="es-ES" sz="10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permitida</a:t>
            </a:r>
            <a:r>
              <a:rPr lang="es-ES" sz="10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en</a:t>
            </a:r>
            <a:r>
              <a:rPr lang="es-ES" sz="105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el</a:t>
            </a:r>
            <a:r>
              <a:rPr lang="es-ES" sz="10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demonio</a:t>
            </a:r>
            <a:r>
              <a:rPr lang="es-ES" sz="10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vsftpd.</a:t>
            </a:r>
            <a:r>
              <a:rPr lang="es-ES" sz="10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Habilita</a:t>
            </a:r>
            <a:r>
              <a:rPr lang="es-ES" sz="105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el</a:t>
            </a:r>
            <a:r>
              <a:rPr lang="es-ES" sz="10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listado</a:t>
            </a:r>
            <a:r>
              <a:rPr lang="es-ES" sz="10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visual</a:t>
            </a:r>
            <a:r>
              <a:rPr lang="es-ES" sz="10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y</a:t>
            </a:r>
            <a:r>
              <a:rPr lang="es-ES" sz="105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la</a:t>
            </a:r>
            <a:r>
              <a:rPr lang="es-ES" sz="10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descarga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remota</a:t>
            </a:r>
            <a:r>
              <a:rPr lang="es-ES" sz="1050" b="0" u="none" spc="-4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050" b="0" u="none" spc="-4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archivos</a:t>
            </a:r>
            <a:r>
              <a:rPr lang="es-ES" sz="1050" b="0" u="none" spc="-4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internos</a:t>
            </a:r>
            <a:r>
              <a:rPr lang="es-ES" sz="1050" b="0" u="none" spc="-4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sin</a:t>
            </a:r>
            <a:r>
              <a:rPr lang="es-ES" sz="1050" b="0" u="none" spc="-3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credenciales.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object 26"/>
          <p:cNvSpPr/>
          <p:nvPr/>
        </p:nvSpPr>
        <p:spPr>
          <a:xfrm>
            <a:off x="9230040" y="3724560"/>
            <a:ext cx="39240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900" b="1" u="none" spc="-11" strike="noStrike">
                <a:solidFill>
                  <a:srgbClr val="0F162A"/>
                </a:solidFill>
                <a:effectLst/>
                <a:uFillTx/>
                <a:latin typeface="Arial"/>
              </a:rPr>
              <a:t>MEDIA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object 27"/>
          <p:cNvSpPr/>
          <p:nvPr/>
        </p:nvSpPr>
        <p:spPr>
          <a:xfrm>
            <a:off x="992880" y="4498560"/>
            <a:ext cx="134928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2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CVSS</a:t>
            </a:r>
            <a:r>
              <a:rPr lang="es-ES" sz="2400" b="1" u="none" spc="-136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s-ES" sz="2400" b="1" u="none" spc="-26" strike="noStrike">
                <a:solidFill>
                  <a:srgbClr val="FFFFFF"/>
                </a:solidFill>
                <a:effectLst/>
                <a:uFillTx/>
                <a:latin typeface="Arial"/>
              </a:rPr>
              <a:t>5.3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object 28"/>
          <p:cNvSpPr/>
          <p:nvPr/>
        </p:nvSpPr>
        <p:spPr>
          <a:xfrm>
            <a:off x="2612880" y="4424400"/>
            <a:ext cx="5699520" cy="55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1680" rIns="0" bIns="0" anchor="t">
            <a:spAutoFit/>
          </a:bodyPr>
          <a:p>
            <a:pPr marL="12600">
              <a:lnSpc>
                <a:spcPct val="100000"/>
              </a:lnSpc>
              <a:spcBef>
                <a:spcPts val="249"/>
              </a:spcBef>
            </a:pPr>
            <a:r>
              <a:rPr lang="es-E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Indexación</a:t>
            </a:r>
            <a:r>
              <a:rPr lang="es-ES" sz="1400" b="1" u="none" spc="-45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s-E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de</a:t>
            </a:r>
            <a:r>
              <a:rPr lang="es-ES" sz="1400" b="1" u="none" spc="-40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s-E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Directorios</a:t>
            </a:r>
            <a:r>
              <a:rPr lang="es-ES" sz="1400" b="1" u="none" spc="-45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s-E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Activa</a:t>
            </a:r>
            <a:r>
              <a:rPr lang="es-ES" sz="1400" b="1" u="none" spc="-40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s-ES" sz="1400" b="1" u="none" spc="-11" strike="noStrike">
                <a:solidFill>
                  <a:srgbClr val="FFFFFF"/>
                </a:solidFill>
                <a:effectLst/>
                <a:uFillTx/>
                <a:latin typeface="Arial"/>
              </a:rPr>
              <a:t>(Apache)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ts val="1049"/>
              </a:lnSpc>
              <a:spcBef>
                <a:spcPts val="326"/>
              </a:spcBef>
            </a:pP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Ausencia</a:t>
            </a:r>
            <a:r>
              <a:rPr lang="es-ES" sz="105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05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directiva</a:t>
            </a:r>
            <a:r>
              <a:rPr lang="es-ES" sz="105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restrictiva</a:t>
            </a:r>
            <a:r>
              <a:rPr lang="es-ES" sz="10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en</a:t>
            </a:r>
            <a:r>
              <a:rPr lang="es-ES" sz="105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la</a:t>
            </a:r>
            <a:r>
              <a:rPr lang="es-ES" sz="105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configuración</a:t>
            </a:r>
            <a:r>
              <a:rPr lang="es-ES" sz="10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del</a:t>
            </a:r>
            <a:r>
              <a:rPr lang="es-ES" sz="105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servidor</a:t>
            </a:r>
            <a:r>
              <a:rPr lang="es-ES" sz="105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web.</a:t>
            </a:r>
            <a:r>
              <a:rPr lang="es-ES" sz="10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Permite</a:t>
            </a:r>
            <a:r>
              <a:rPr lang="es-ES" sz="105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la</a:t>
            </a:r>
            <a:r>
              <a:rPr lang="es-ES" sz="105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visualización</a:t>
            </a:r>
            <a:r>
              <a:rPr lang="es-ES" sz="10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de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estructuras</a:t>
            </a:r>
            <a:r>
              <a:rPr lang="es-ES" sz="10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0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archivos</a:t>
            </a:r>
            <a:r>
              <a:rPr lang="es-ES" sz="10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0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la</a:t>
            </a:r>
            <a:r>
              <a:rPr lang="es-ES" sz="10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aplicación</a:t>
            </a:r>
            <a:r>
              <a:rPr lang="es-ES" sz="10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a</a:t>
            </a:r>
            <a:r>
              <a:rPr lang="es-ES" sz="10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0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atacantes.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object 30"/>
          <p:cNvSpPr/>
          <p:nvPr/>
        </p:nvSpPr>
        <p:spPr>
          <a:xfrm>
            <a:off x="9230040" y="4645440"/>
            <a:ext cx="39240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900" b="1" u="none" spc="-11" strike="noStrike">
                <a:solidFill>
                  <a:srgbClr val="0F162A"/>
                </a:solidFill>
                <a:effectLst/>
                <a:uFillTx/>
                <a:latin typeface="Arial"/>
              </a:rPr>
              <a:t>MEDIA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object 1"/>
          <p:cNvSpPr/>
          <p:nvPr/>
        </p:nvSpPr>
        <p:spPr>
          <a:xfrm>
            <a:off x="9137520" y="1883160"/>
            <a:ext cx="48564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900" b="1" u="none" spc="-11" strike="noStrike">
                <a:solidFill>
                  <a:srgbClr val="FFFFFF"/>
                </a:solidFill>
                <a:effectLst/>
                <a:uFillTx/>
                <a:latin typeface="Arial"/>
              </a:rPr>
              <a:t>CRÍTICA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object 25"/>
          <p:cNvSpPr/>
          <p:nvPr/>
        </p:nvSpPr>
        <p:spPr>
          <a:xfrm>
            <a:off x="9000000" y="3780000"/>
            <a:ext cx="726480" cy="227880"/>
          </a:xfrm>
          <a:custGeom>
            <a:avLst/>
            <a:gdLst>
              <a:gd name="textAreaLeft" fmla="*/ 0 w 726480"/>
              <a:gd name="textAreaRight" fmla="*/ 727200 w 72648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727075" h="228600">
                <a:moveTo>
                  <a:pt x="688888" y="228600"/>
                </a:moveTo>
                <a:lnTo>
                  <a:pt x="38100" y="228600"/>
                </a:lnTo>
                <a:lnTo>
                  <a:pt x="23306" y="225593"/>
                </a:lnTo>
                <a:lnTo>
                  <a:pt x="11191" y="217408"/>
                </a:lnTo>
                <a:lnTo>
                  <a:pt x="3006" y="205293"/>
                </a:lnTo>
                <a:lnTo>
                  <a:pt x="0" y="190500"/>
                </a:lnTo>
                <a:lnTo>
                  <a:pt x="0" y="38100"/>
                </a:lnTo>
                <a:lnTo>
                  <a:pt x="3006" y="23306"/>
                </a:lnTo>
                <a:lnTo>
                  <a:pt x="11191" y="11191"/>
                </a:lnTo>
                <a:lnTo>
                  <a:pt x="23306" y="3006"/>
                </a:lnTo>
                <a:lnTo>
                  <a:pt x="38100" y="0"/>
                </a:lnTo>
                <a:lnTo>
                  <a:pt x="688888" y="0"/>
                </a:lnTo>
                <a:lnTo>
                  <a:pt x="703681" y="3006"/>
                </a:lnTo>
                <a:lnTo>
                  <a:pt x="715796" y="11191"/>
                </a:lnTo>
                <a:lnTo>
                  <a:pt x="723981" y="23306"/>
                </a:lnTo>
                <a:lnTo>
                  <a:pt x="726988" y="38100"/>
                </a:lnTo>
                <a:lnTo>
                  <a:pt x="726988" y="190500"/>
                </a:lnTo>
                <a:lnTo>
                  <a:pt x="723981" y="205293"/>
                </a:lnTo>
                <a:lnTo>
                  <a:pt x="715796" y="217408"/>
                </a:lnTo>
                <a:lnTo>
                  <a:pt x="703681" y="225593"/>
                </a:lnTo>
                <a:lnTo>
                  <a:pt x="688888" y="228600"/>
                </a:lnTo>
                <a:close/>
              </a:path>
            </a:pathLst>
          </a:cu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5053320" y="3174840"/>
            <a:ext cx="635760" cy="218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s-ES" sz="900" b="1" u="none" spc="-11" strike="noStrike">
                <a:solidFill>
                  <a:srgbClr val="FFFFFF"/>
                </a:solidFill>
                <a:effectLst/>
                <a:uFillTx/>
                <a:latin typeface="Arial"/>
              </a:rPr>
              <a:t>CRÍTICA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9090720" y="3780000"/>
            <a:ext cx="635760" cy="218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s-ES" sz="900" b="1" u="none" spc="-11" strike="noStrike">
                <a:solidFill>
                  <a:srgbClr val="FFFFFF"/>
                </a:solidFill>
                <a:effectLst/>
                <a:uFillTx/>
                <a:latin typeface="Arial"/>
              </a:rPr>
              <a:t>CRÍTICA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object 29"/>
          <p:cNvSpPr/>
          <p:nvPr/>
        </p:nvSpPr>
        <p:spPr>
          <a:xfrm>
            <a:off x="9170280" y="4632120"/>
            <a:ext cx="549720" cy="227880"/>
          </a:xfrm>
          <a:custGeom>
            <a:avLst/>
            <a:gdLst>
              <a:gd name="textAreaLeft" fmla="*/ 0 w 549720"/>
              <a:gd name="textAreaRight" fmla="*/ 550440 w 54972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550545" h="228600">
                <a:moveTo>
                  <a:pt x="512294" y="228600"/>
                </a:moveTo>
                <a:lnTo>
                  <a:pt x="38100" y="228600"/>
                </a:lnTo>
                <a:lnTo>
                  <a:pt x="23306" y="225593"/>
                </a:lnTo>
                <a:lnTo>
                  <a:pt x="11191" y="217408"/>
                </a:lnTo>
                <a:lnTo>
                  <a:pt x="3006" y="205293"/>
                </a:lnTo>
                <a:lnTo>
                  <a:pt x="0" y="190500"/>
                </a:lnTo>
                <a:lnTo>
                  <a:pt x="0" y="38100"/>
                </a:lnTo>
                <a:lnTo>
                  <a:pt x="3006" y="23306"/>
                </a:lnTo>
                <a:lnTo>
                  <a:pt x="11191" y="11191"/>
                </a:lnTo>
                <a:lnTo>
                  <a:pt x="23306" y="3006"/>
                </a:lnTo>
                <a:lnTo>
                  <a:pt x="38100" y="0"/>
                </a:lnTo>
                <a:lnTo>
                  <a:pt x="512294" y="0"/>
                </a:lnTo>
                <a:lnTo>
                  <a:pt x="527087" y="3006"/>
                </a:lnTo>
                <a:lnTo>
                  <a:pt x="539202" y="11191"/>
                </a:lnTo>
                <a:lnTo>
                  <a:pt x="547388" y="23306"/>
                </a:lnTo>
                <a:lnTo>
                  <a:pt x="550394" y="38100"/>
                </a:lnTo>
                <a:lnTo>
                  <a:pt x="550394" y="190500"/>
                </a:lnTo>
                <a:lnTo>
                  <a:pt x="547388" y="205293"/>
                </a:lnTo>
                <a:lnTo>
                  <a:pt x="539202" y="217408"/>
                </a:lnTo>
                <a:lnTo>
                  <a:pt x="527087" y="225593"/>
                </a:lnTo>
                <a:lnTo>
                  <a:pt x="512294" y="228600"/>
                </a:lnTo>
                <a:close/>
              </a:path>
            </a:pathLst>
          </a:custGeom>
          <a:solidFill>
            <a:srgbClr val="F972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object 31"/>
          <p:cNvSpPr/>
          <p:nvPr/>
        </p:nvSpPr>
        <p:spPr>
          <a:xfrm>
            <a:off x="9313920" y="4632120"/>
            <a:ext cx="3085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900" b="1" u="none" spc="-34" strike="noStrike">
                <a:solidFill>
                  <a:srgbClr val="FFFFFF"/>
                </a:solidFill>
                <a:effectLst/>
                <a:uFillTx/>
                <a:latin typeface="Arial"/>
              </a:rPr>
              <a:t>ALTA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Pituss2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D2C2DFD-1C64-41E6-B4C9-D70489B7D591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object 2"/>
          <p:cNvGrpSpPr/>
          <p:nvPr/>
        </p:nvGrpSpPr>
        <p:grpSpPr>
          <a:xfrm>
            <a:off x="6181560" y="1590120"/>
            <a:ext cx="3790080" cy="4320000"/>
            <a:chOff x="6181560" y="1590120"/>
            <a:chExt cx="3790080" cy="4320000"/>
          </a:xfrm>
        </p:grpSpPr>
        <p:sp>
          <p:nvSpPr>
            <p:cNvPr id="127" name="object 3"/>
            <p:cNvSpPr/>
            <p:nvPr/>
          </p:nvSpPr>
          <p:spPr>
            <a:xfrm>
              <a:off x="6181560" y="1590120"/>
              <a:ext cx="3790080" cy="4320000"/>
            </a:xfrm>
            <a:custGeom>
              <a:avLst/>
              <a:gdLst>
                <a:gd name="textAreaLeft" fmla="*/ 0 w 3790080"/>
                <a:gd name="textAreaRight" fmla="*/ 3790800 w 3790080"/>
                <a:gd name="textAreaTop" fmla="*/ 0 h 4320000"/>
                <a:gd name="textAreaBottom" fmla="*/ 4320720 h 4320000"/>
              </a:gdLst>
              <a:ahLst/>
              <a:cxnLst/>
              <a:rect l="textAreaLeft" t="textAreaTop" r="textAreaRight" b="textAreaBottom"/>
              <a:pathLst>
                <a:path w="3790950" h="4320540">
                  <a:moveTo>
                    <a:pt x="3676290" y="4320000"/>
                  </a:moveTo>
                  <a:lnTo>
                    <a:pt x="114300" y="4320000"/>
                  </a:lnTo>
                  <a:lnTo>
                    <a:pt x="69919" y="4310981"/>
                  </a:lnTo>
                  <a:lnTo>
                    <a:pt x="33575" y="4286424"/>
                  </a:lnTo>
                  <a:lnTo>
                    <a:pt x="9018" y="4250080"/>
                  </a:lnTo>
                  <a:lnTo>
                    <a:pt x="0" y="4205700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3676290" y="0"/>
                  </a:lnTo>
                  <a:lnTo>
                    <a:pt x="3720670" y="9018"/>
                  </a:lnTo>
                  <a:lnTo>
                    <a:pt x="3757014" y="33575"/>
                  </a:lnTo>
                  <a:lnTo>
                    <a:pt x="3781571" y="69919"/>
                  </a:lnTo>
                  <a:lnTo>
                    <a:pt x="3790590" y="114300"/>
                  </a:lnTo>
                  <a:lnTo>
                    <a:pt x="3790590" y="4205700"/>
                  </a:lnTo>
                  <a:lnTo>
                    <a:pt x="3781571" y="4250080"/>
                  </a:lnTo>
                  <a:lnTo>
                    <a:pt x="3757014" y="4286424"/>
                  </a:lnTo>
                  <a:lnTo>
                    <a:pt x="3720670" y="4310981"/>
                  </a:lnTo>
                  <a:lnTo>
                    <a:pt x="3676290" y="4320000"/>
                  </a:lnTo>
                  <a:close/>
                </a:path>
              </a:pathLst>
            </a:custGeom>
            <a:solidFill>
              <a:srgbClr val="FFFFFF">
                <a:alpha val="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object 4"/>
            <p:cNvSpPr/>
            <p:nvPr/>
          </p:nvSpPr>
          <p:spPr>
            <a:xfrm>
              <a:off x="6181560" y="1590120"/>
              <a:ext cx="3790080" cy="4320000"/>
            </a:xfrm>
            <a:custGeom>
              <a:avLst/>
              <a:gdLst>
                <a:gd name="textAreaLeft" fmla="*/ 0 w 3790080"/>
                <a:gd name="textAreaRight" fmla="*/ 3790800 w 3790080"/>
                <a:gd name="textAreaTop" fmla="*/ 0 h 4320000"/>
                <a:gd name="textAreaBottom" fmla="*/ 4320720 h 4320000"/>
              </a:gdLst>
              <a:ahLst/>
              <a:cxnLst/>
              <a:rect l="textAreaLeft" t="textAreaTop" r="textAreaRight" b="textAreaBottom"/>
              <a:pathLst>
                <a:path w="3790950" h="4320540">
                  <a:moveTo>
                    <a:pt x="19050" y="4144200"/>
                  </a:moveTo>
                  <a:lnTo>
                    <a:pt x="0" y="4144200"/>
                  </a:lnTo>
                  <a:lnTo>
                    <a:pt x="0" y="4201718"/>
                  </a:lnTo>
                  <a:lnTo>
                    <a:pt x="19050" y="4201718"/>
                  </a:lnTo>
                  <a:lnTo>
                    <a:pt x="19050" y="4144200"/>
                  </a:lnTo>
                  <a:close/>
                </a:path>
                <a:path w="3790950" h="4320540">
                  <a:moveTo>
                    <a:pt x="19050" y="4029176"/>
                  </a:moveTo>
                  <a:lnTo>
                    <a:pt x="0" y="4029176"/>
                  </a:lnTo>
                  <a:lnTo>
                    <a:pt x="0" y="4086695"/>
                  </a:lnTo>
                  <a:lnTo>
                    <a:pt x="19050" y="4086695"/>
                  </a:lnTo>
                  <a:lnTo>
                    <a:pt x="19050" y="4029176"/>
                  </a:lnTo>
                  <a:close/>
                </a:path>
                <a:path w="3790950" h="4320540">
                  <a:moveTo>
                    <a:pt x="19050" y="3914152"/>
                  </a:moveTo>
                  <a:lnTo>
                    <a:pt x="0" y="3914152"/>
                  </a:lnTo>
                  <a:lnTo>
                    <a:pt x="0" y="3971658"/>
                  </a:lnTo>
                  <a:lnTo>
                    <a:pt x="19050" y="3971658"/>
                  </a:lnTo>
                  <a:lnTo>
                    <a:pt x="19050" y="3914152"/>
                  </a:lnTo>
                  <a:close/>
                </a:path>
                <a:path w="3790950" h="4320540">
                  <a:moveTo>
                    <a:pt x="19050" y="3799128"/>
                  </a:moveTo>
                  <a:lnTo>
                    <a:pt x="0" y="3799128"/>
                  </a:lnTo>
                  <a:lnTo>
                    <a:pt x="0" y="3856634"/>
                  </a:lnTo>
                  <a:lnTo>
                    <a:pt x="19050" y="3856634"/>
                  </a:lnTo>
                  <a:lnTo>
                    <a:pt x="19050" y="3799128"/>
                  </a:lnTo>
                  <a:close/>
                </a:path>
                <a:path w="3790950" h="4320540">
                  <a:moveTo>
                    <a:pt x="19050" y="3684092"/>
                  </a:moveTo>
                  <a:lnTo>
                    <a:pt x="0" y="3684092"/>
                  </a:lnTo>
                  <a:lnTo>
                    <a:pt x="0" y="3741610"/>
                  </a:lnTo>
                  <a:lnTo>
                    <a:pt x="19050" y="3741610"/>
                  </a:lnTo>
                  <a:lnTo>
                    <a:pt x="19050" y="3684092"/>
                  </a:lnTo>
                  <a:close/>
                </a:path>
                <a:path w="3790950" h="4320540">
                  <a:moveTo>
                    <a:pt x="19050" y="3569068"/>
                  </a:moveTo>
                  <a:lnTo>
                    <a:pt x="0" y="3569068"/>
                  </a:lnTo>
                  <a:lnTo>
                    <a:pt x="0" y="3626586"/>
                  </a:lnTo>
                  <a:lnTo>
                    <a:pt x="19050" y="3626586"/>
                  </a:lnTo>
                  <a:lnTo>
                    <a:pt x="19050" y="3569068"/>
                  </a:lnTo>
                  <a:close/>
                </a:path>
                <a:path w="3790950" h="4320540">
                  <a:moveTo>
                    <a:pt x="19050" y="3454044"/>
                  </a:moveTo>
                  <a:lnTo>
                    <a:pt x="0" y="3454044"/>
                  </a:lnTo>
                  <a:lnTo>
                    <a:pt x="0" y="3511562"/>
                  </a:lnTo>
                  <a:lnTo>
                    <a:pt x="19050" y="3511562"/>
                  </a:lnTo>
                  <a:lnTo>
                    <a:pt x="19050" y="3454044"/>
                  </a:lnTo>
                  <a:close/>
                </a:path>
                <a:path w="3790950" h="4320540">
                  <a:moveTo>
                    <a:pt x="19050" y="3339020"/>
                  </a:moveTo>
                  <a:lnTo>
                    <a:pt x="0" y="3339020"/>
                  </a:lnTo>
                  <a:lnTo>
                    <a:pt x="0" y="3396526"/>
                  </a:lnTo>
                  <a:lnTo>
                    <a:pt x="19050" y="3396526"/>
                  </a:lnTo>
                  <a:lnTo>
                    <a:pt x="19050" y="3339020"/>
                  </a:lnTo>
                  <a:close/>
                </a:path>
                <a:path w="3790950" h="4320540">
                  <a:moveTo>
                    <a:pt x="19050" y="3223996"/>
                  </a:moveTo>
                  <a:lnTo>
                    <a:pt x="0" y="3223996"/>
                  </a:lnTo>
                  <a:lnTo>
                    <a:pt x="0" y="3281502"/>
                  </a:lnTo>
                  <a:lnTo>
                    <a:pt x="19050" y="3281502"/>
                  </a:lnTo>
                  <a:lnTo>
                    <a:pt x="19050" y="3223996"/>
                  </a:lnTo>
                  <a:close/>
                </a:path>
                <a:path w="3790950" h="4320540">
                  <a:moveTo>
                    <a:pt x="19050" y="3108960"/>
                  </a:moveTo>
                  <a:lnTo>
                    <a:pt x="0" y="3108960"/>
                  </a:lnTo>
                  <a:lnTo>
                    <a:pt x="0" y="3166478"/>
                  </a:lnTo>
                  <a:lnTo>
                    <a:pt x="19050" y="3166478"/>
                  </a:lnTo>
                  <a:lnTo>
                    <a:pt x="19050" y="3108960"/>
                  </a:lnTo>
                  <a:close/>
                </a:path>
                <a:path w="3790950" h="4320540">
                  <a:moveTo>
                    <a:pt x="19050" y="2993936"/>
                  </a:moveTo>
                  <a:lnTo>
                    <a:pt x="0" y="2993936"/>
                  </a:lnTo>
                  <a:lnTo>
                    <a:pt x="0" y="3051454"/>
                  </a:lnTo>
                  <a:lnTo>
                    <a:pt x="19050" y="3051454"/>
                  </a:lnTo>
                  <a:lnTo>
                    <a:pt x="19050" y="2993936"/>
                  </a:lnTo>
                  <a:close/>
                </a:path>
                <a:path w="3790950" h="4320540">
                  <a:moveTo>
                    <a:pt x="19050" y="2878912"/>
                  </a:moveTo>
                  <a:lnTo>
                    <a:pt x="0" y="2878912"/>
                  </a:lnTo>
                  <a:lnTo>
                    <a:pt x="0" y="2936430"/>
                  </a:lnTo>
                  <a:lnTo>
                    <a:pt x="19050" y="2936430"/>
                  </a:lnTo>
                  <a:lnTo>
                    <a:pt x="19050" y="2878912"/>
                  </a:lnTo>
                  <a:close/>
                </a:path>
                <a:path w="3790950" h="4320540">
                  <a:moveTo>
                    <a:pt x="19050" y="2763888"/>
                  </a:moveTo>
                  <a:lnTo>
                    <a:pt x="0" y="2763888"/>
                  </a:lnTo>
                  <a:lnTo>
                    <a:pt x="0" y="2821394"/>
                  </a:lnTo>
                  <a:lnTo>
                    <a:pt x="19050" y="2821394"/>
                  </a:lnTo>
                  <a:lnTo>
                    <a:pt x="19050" y="2763888"/>
                  </a:lnTo>
                  <a:close/>
                </a:path>
                <a:path w="3790950" h="4320540">
                  <a:moveTo>
                    <a:pt x="19050" y="2648864"/>
                  </a:moveTo>
                  <a:lnTo>
                    <a:pt x="0" y="2648864"/>
                  </a:lnTo>
                  <a:lnTo>
                    <a:pt x="0" y="2706370"/>
                  </a:lnTo>
                  <a:lnTo>
                    <a:pt x="19050" y="2706370"/>
                  </a:lnTo>
                  <a:lnTo>
                    <a:pt x="19050" y="2648864"/>
                  </a:lnTo>
                  <a:close/>
                </a:path>
                <a:path w="3790950" h="4320540">
                  <a:moveTo>
                    <a:pt x="19050" y="2533827"/>
                  </a:moveTo>
                  <a:lnTo>
                    <a:pt x="0" y="2533827"/>
                  </a:lnTo>
                  <a:lnTo>
                    <a:pt x="0" y="2591346"/>
                  </a:lnTo>
                  <a:lnTo>
                    <a:pt x="19050" y="2591346"/>
                  </a:lnTo>
                  <a:lnTo>
                    <a:pt x="19050" y="2533827"/>
                  </a:lnTo>
                  <a:close/>
                </a:path>
                <a:path w="3790950" h="4320540">
                  <a:moveTo>
                    <a:pt x="19050" y="2418804"/>
                  </a:moveTo>
                  <a:lnTo>
                    <a:pt x="0" y="2418804"/>
                  </a:lnTo>
                  <a:lnTo>
                    <a:pt x="0" y="2476322"/>
                  </a:lnTo>
                  <a:lnTo>
                    <a:pt x="19050" y="2476322"/>
                  </a:lnTo>
                  <a:lnTo>
                    <a:pt x="19050" y="2418804"/>
                  </a:lnTo>
                  <a:close/>
                </a:path>
                <a:path w="3790950" h="4320540">
                  <a:moveTo>
                    <a:pt x="19050" y="2303780"/>
                  </a:moveTo>
                  <a:lnTo>
                    <a:pt x="0" y="2303780"/>
                  </a:lnTo>
                  <a:lnTo>
                    <a:pt x="0" y="2361298"/>
                  </a:lnTo>
                  <a:lnTo>
                    <a:pt x="19050" y="2361298"/>
                  </a:lnTo>
                  <a:lnTo>
                    <a:pt x="19050" y="2303780"/>
                  </a:lnTo>
                  <a:close/>
                </a:path>
                <a:path w="3790950" h="4320540">
                  <a:moveTo>
                    <a:pt x="19050" y="2188756"/>
                  </a:moveTo>
                  <a:lnTo>
                    <a:pt x="0" y="2188756"/>
                  </a:lnTo>
                  <a:lnTo>
                    <a:pt x="0" y="2246261"/>
                  </a:lnTo>
                  <a:lnTo>
                    <a:pt x="19050" y="2246261"/>
                  </a:lnTo>
                  <a:lnTo>
                    <a:pt x="19050" y="2188756"/>
                  </a:lnTo>
                  <a:close/>
                </a:path>
                <a:path w="3790950" h="4320540">
                  <a:moveTo>
                    <a:pt x="19050" y="2073732"/>
                  </a:moveTo>
                  <a:lnTo>
                    <a:pt x="0" y="2073732"/>
                  </a:lnTo>
                  <a:lnTo>
                    <a:pt x="0" y="2131237"/>
                  </a:lnTo>
                  <a:lnTo>
                    <a:pt x="19050" y="2131237"/>
                  </a:lnTo>
                  <a:lnTo>
                    <a:pt x="19050" y="2073732"/>
                  </a:lnTo>
                  <a:close/>
                </a:path>
                <a:path w="3790950" h="4320540">
                  <a:moveTo>
                    <a:pt x="19050" y="1958695"/>
                  </a:moveTo>
                  <a:lnTo>
                    <a:pt x="0" y="1958695"/>
                  </a:lnTo>
                  <a:lnTo>
                    <a:pt x="0" y="2016213"/>
                  </a:lnTo>
                  <a:lnTo>
                    <a:pt x="19050" y="2016213"/>
                  </a:lnTo>
                  <a:lnTo>
                    <a:pt x="19050" y="1958695"/>
                  </a:lnTo>
                  <a:close/>
                </a:path>
                <a:path w="3790950" h="4320540">
                  <a:moveTo>
                    <a:pt x="19050" y="1843671"/>
                  </a:moveTo>
                  <a:lnTo>
                    <a:pt x="0" y="1843671"/>
                  </a:lnTo>
                  <a:lnTo>
                    <a:pt x="0" y="1901190"/>
                  </a:lnTo>
                  <a:lnTo>
                    <a:pt x="19050" y="1901190"/>
                  </a:lnTo>
                  <a:lnTo>
                    <a:pt x="19050" y="1843671"/>
                  </a:lnTo>
                  <a:close/>
                </a:path>
                <a:path w="3790950" h="4320540">
                  <a:moveTo>
                    <a:pt x="19050" y="1728647"/>
                  </a:moveTo>
                  <a:lnTo>
                    <a:pt x="0" y="1728647"/>
                  </a:lnTo>
                  <a:lnTo>
                    <a:pt x="0" y="1786166"/>
                  </a:lnTo>
                  <a:lnTo>
                    <a:pt x="19050" y="1786166"/>
                  </a:lnTo>
                  <a:lnTo>
                    <a:pt x="19050" y="1728647"/>
                  </a:lnTo>
                  <a:close/>
                </a:path>
                <a:path w="3790950" h="4320540">
                  <a:moveTo>
                    <a:pt x="19050" y="1613623"/>
                  </a:moveTo>
                  <a:lnTo>
                    <a:pt x="0" y="1613623"/>
                  </a:lnTo>
                  <a:lnTo>
                    <a:pt x="0" y="1671129"/>
                  </a:lnTo>
                  <a:lnTo>
                    <a:pt x="19050" y="1671129"/>
                  </a:lnTo>
                  <a:lnTo>
                    <a:pt x="19050" y="1613623"/>
                  </a:lnTo>
                  <a:close/>
                </a:path>
                <a:path w="3790950" h="4320540">
                  <a:moveTo>
                    <a:pt x="19050" y="1498600"/>
                  </a:moveTo>
                  <a:lnTo>
                    <a:pt x="0" y="1498600"/>
                  </a:lnTo>
                  <a:lnTo>
                    <a:pt x="0" y="1556105"/>
                  </a:lnTo>
                  <a:lnTo>
                    <a:pt x="19050" y="1556105"/>
                  </a:lnTo>
                  <a:lnTo>
                    <a:pt x="19050" y="1498600"/>
                  </a:lnTo>
                  <a:close/>
                </a:path>
                <a:path w="3790950" h="4320540">
                  <a:moveTo>
                    <a:pt x="19050" y="1383563"/>
                  </a:moveTo>
                  <a:lnTo>
                    <a:pt x="0" y="1383563"/>
                  </a:lnTo>
                  <a:lnTo>
                    <a:pt x="0" y="1441081"/>
                  </a:lnTo>
                  <a:lnTo>
                    <a:pt x="19050" y="1441081"/>
                  </a:lnTo>
                  <a:lnTo>
                    <a:pt x="19050" y="1383563"/>
                  </a:lnTo>
                  <a:close/>
                </a:path>
                <a:path w="3790950" h="4320540">
                  <a:moveTo>
                    <a:pt x="19050" y="1268539"/>
                  </a:moveTo>
                  <a:lnTo>
                    <a:pt x="0" y="1268539"/>
                  </a:lnTo>
                  <a:lnTo>
                    <a:pt x="0" y="1326057"/>
                  </a:lnTo>
                  <a:lnTo>
                    <a:pt x="19050" y="1326057"/>
                  </a:lnTo>
                  <a:lnTo>
                    <a:pt x="19050" y="1268539"/>
                  </a:lnTo>
                  <a:close/>
                </a:path>
                <a:path w="3790950" h="4320540">
                  <a:moveTo>
                    <a:pt x="19050" y="1153515"/>
                  </a:moveTo>
                  <a:lnTo>
                    <a:pt x="0" y="1153515"/>
                  </a:lnTo>
                  <a:lnTo>
                    <a:pt x="0" y="1211033"/>
                  </a:lnTo>
                  <a:lnTo>
                    <a:pt x="19050" y="1211033"/>
                  </a:lnTo>
                  <a:lnTo>
                    <a:pt x="19050" y="1153515"/>
                  </a:lnTo>
                  <a:close/>
                </a:path>
                <a:path w="3790950" h="4320540">
                  <a:moveTo>
                    <a:pt x="19050" y="1038491"/>
                  </a:moveTo>
                  <a:lnTo>
                    <a:pt x="0" y="1038491"/>
                  </a:lnTo>
                  <a:lnTo>
                    <a:pt x="0" y="1095997"/>
                  </a:lnTo>
                  <a:lnTo>
                    <a:pt x="19050" y="1095997"/>
                  </a:lnTo>
                  <a:lnTo>
                    <a:pt x="19050" y="1038491"/>
                  </a:lnTo>
                  <a:close/>
                </a:path>
                <a:path w="3790950" h="4320540">
                  <a:moveTo>
                    <a:pt x="19050" y="923467"/>
                  </a:moveTo>
                  <a:lnTo>
                    <a:pt x="0" y="923467"/>
                  </a:lnTo>
                  <a:lnTo>
                    <a:pt x="0" y="980973"/>
                  </a:lnTo>
                  <a:lnTo>
                    <a:pt x="19050" y="980973"/>
                  </a:lnTo>
                  <a:lnTo>
                    <a:pt x="19050" y="923467"/>
                  </a:lnTo>
                  <a:close/>
                </a:path>
                <a:path w="3790950" h="4320540">
                  <a:moveTo>
                    <a:pt x="19050" y="808431"/>
                  </a:moveTo>
                  <a:lnTo>
                    <a:pt x="0" y="808431"/>
                  </a:lnTo>
                  <a:lnTo>
                    <a:pt x="0" y="865949"/>
                  </a:lnTo>
                  <a:lnTo>
                    <a:pt x="19050" y="865949"/>
                  </a:lnTo>
                  <a:lnTo>
                    <a:pt x="19050" y="808431"/>
                  </a:lnTo>
                  <a:close/>
                </a:path>
                <a:path w="3790950" h="4320540">
                  <a:moveTo>
                    <a:pt x="19050" y="693407"/>
                  </a:moveTo>
                  <a:lnTo>
                    <a:pt x="0" y="693407"/>
                  </a:lnTo>
                  <a:lnTo>
                    <a:pt x="0" y="750925"/>
                  </a:lnTo>
                  <a:lnTo>
                    <a:pt x="19050" y="750925"/>
                  </a:lnTo>
                  <a:lnTo>
                    <a:pt x="19050" y="693407"/>
                  </a:lnTo>
                  <a:close/>
                </a:path>
                <a:path w="3790950" h="4320540">
                  <a:moveTo>
                    <a:pt x="19050" y="578383"/>
                  </a:moveTo>
                  <a:lnTo>
                    <a:pt x="0" y="578383"/>
                  </a:lnTo>
                  <a:lnTo>
                    <a:pt x="0" y="635889"/>
                  </a:lnTo>
                  <a:lnTo>
                    <a:pt x="19050" y="635889"/>
                  </a:lnTo>
                  <a:lnTo>
                    <a:pt x="19050" y="578383"/>
                  </a:lnTo>
                  <a:close/>
                </a:path>
                <a:path w="3790950" h="4320540">
                  <a:moveTo>
                    <a:pt x="19050" y="463359"/>
                  </a:moveTo>
                  <a:lnTo>
                    <a:pt x="0" y="463359"/>
                  </a:lnTo>
                  <a:lnTo>
                    <a:pt x="0" y="520865"/>
                  </a:lnTo>
                  <a:lnTo>
                    <a:pt x="19050" y="520865"/>
                  </a:lnTo>
                  <a:lnTo>
                    <a:pt x="19050" y="463359"/>
                  </a:lnTo>
                  <a:close/>
                </a:path>
                <a:path w="3790950" h="4320540">
                  <a:moveTo>
                    <a:pt x="19050" y="348322"/>
                  </a:moveTo>
                  <a:lnTo>
                    <a:pt x="0" y="348322"/>
                  </a:lnTo>
                  <a:lnTo>
                    <a:pt x="0" y="405841"/>
                  </a:lnTo>
                  <a:lnTo>
                    <a:pt x="19050" y="405841"/>
                  </a:lnTo>
                  <a:lnTo>
                    <a:pt x="19050" y="348322"/>
                  </a:lnTo>
                  <a:close/>
                </a:path>
                <a:path w="3790950" h="4320540">
                  <a:moveTo>
                    <a:pt x="19050" y="233299"/>
                  </a:moveTo>
                  <a:lnTo>
                    <a:pt x="0" y="233299"/>
                  </a:lnTo>
                  <a:lnTo>
                    <a:pt x="0" y="290817"/>
                  </a:lnTo>
                  <a:lnTo>
                    <a:pt x="19050" y="290817"/>
                  </a:lnTo>
                  <a:lnTo>
                    <a:pt x="19050" y="233299"/>
                  </a:lnTo>
                  <a:close/>
                </a:path>
                <a:path w="3790950" h="4320540">
                  <a:moveTo>
                    <a:pt x="19050" y="118275"/>
                  </a:moveTo>
                  <a:lnTo>
                    <a:pt x="0" y="118275"/>
                  </a:lnTo>
                  <a:lnTo>
                    <a:pt x="0" y="175793"/>
                  </a:lnTo>
                  <a:lnTo>
                    <a:pt x="19050" y="175793"/>
                  </a:lnTo>
                  <a:lnTo>
                    <a:pt x="19050" y="118275"/>
                  </a:lnTo>
                  <a:close/>
                </a:path>
                <a:path w="3790950" h="4320540">
                  <a:moveTo>
                    <a:pt x="68072" y="4287190"/>
                  </a:moveTo>
                  <a:lnTo>
                    <a:pt x="47028" y="4272966"/>
                  </a:lnTo>
                  <a:lnTo>
                    <a:pt x="32537" y="4251528"/>
                  </a:lnTo>
                  <a:lnTo>
                    <a:pt x="16192" y="4260697"/>
                  </a:lnTo>
                  <a:lnTo>
                    <a:pt x="33566" y="4286415"/>
                  </a:lnTo>
                  <a:lnTo>
                    <a:pt x="58826" y="4303484"/>
                  </a:lnTo>
                  <a:lnTo>
                    <a:pt x="68072" y="4287190"/>
                  </a:lnTo>
                  <a:close/>
                </a:path>
                <a:path w="3790950" h="4320540">
                  <a:moveTo>
                    <a:pt x="68072" y="32804"/>
                  </a:moveTo>
                  <a:lnTo>
                    <a:pt x="58826" y="16510"/>
                  </a:lnTo>
                  <a:lnTo>
                    <a:pt x="33566" y="33566"/>
                  </a:lnTo>
                  <a:lnTo>
                    <a:pt x="16192" y="59296"/>
                  </a:lnTo>
                  <a:lnTo>
                    <a:pt x="32537" y="68465"/>
                  </a:lnTo>
                  <a:lnTo>
                    <a:pt x="47028" y="47028"/>
                  </a:lnTo>
                  <a:lnTo>
                    <a:pt x="68072" y="32804"/>
                  </a:lnTo>
                  <a:close/>
                </a:path>
                <a:path w="3790950" h="4320540">
                  <a:moveTo>
                    <a:pt x="173164" y="4300944"/>
                  </a:moveTo>
                  <a:lnTo>
                    <a:pt x="116700" y="4300944"/>
                  </a:lnTo>
                  <a:lnTo>
                    <a:pt x="116700" y="4319994"/>
                  </a:lnTo>
                  <a:lnTo>
                    <a:pt x="173164" y="4319994"/>
                  </a:lnTo>
                  <a:lnTo>
                    <a:pt x="173164" y="4300944"/>
                  </a:lnTo>
                  <a:close/>
                </a:path>
                <a:path w="3790950" h="4320540">
                  <a:moveTo>
                    <a:pt x="173164" y="0"/>
                  </a:moveTo>
                  <a:lnTo>
                    <a:pt x="116700" y="0"/>
                  </a:lnTo>
                  <a:lnTo>
                    <a:pt x="116700" y="19050"/>
                  </a:lnTo>
                  <a:lnTo>
                    <a:pt x="173164" y="19050"/>
                  </a:lnTo>
                  <a:lnTo>
                    <a:pt x="173164" y="0"/>
                  </a:lnTo>
                  <a:close/>
                </a:path>
                <a:path w="3790950" h="4320540">
                  <a:moveTo>
                    <a:pt x="286092" y="4300944"/>
                  </a:moveTo>
                  <a:lnTo>
                    <a:pt x="229628" y="4300944"/>
                  </a:lnTo>
                  <a:lnTo>
                    <a:pt x="229628" y="4319994"/>
                  </a:lnTo>
                  <a:lnTo>
                    <a:pt x="286092" y="4319994"/>
                  </a:lnTo>
                  <a:lnTo>
                    <a:pt x="286092" y="4300944"/>
                  </a:lnTo>
                  <a:close/>
                </a:path>
                <a:path w="3790950" h="4320540">
                  <a:moveTo>
                    <a:pt x="286092" y="0"/>
                  </a:moveTo>
                  <a:lnTo>
                    <a:pt x="229628" y="0"/>
                  </a:lnTo>
                  <a:lnTo>
                    <a:pt x="229628" y="19050"/>
                  </a:lnTo>
                  <a:lnTo>
                    <a:pt x="286092" y="19050"/>
                  </a:lnTo>
                  <a:lnTo>
                    <a:pt x="286092" y="0"/>
                  </a:lnTo>
                  <a:close/>
                </a:path>
                <a:path w="3790950" h="4320540">
                  <a:moveTo>
                    <a:pt x="399021" y="4300944"/>
                  </a:moveTo>
                  <a:lnTo>
                    <a:pt x="342557" y="4300944"/>
                  </a:lnTo>
                  <a:lnTo>
                    <a:pt x="342557" y="4319994"/>
                  </a:lnTo>
                  <a:lnTo>
                    <a:pt x="399021" y="4319994"/>
                  </a:lnTo>
                  <a:lnTo>
                    <a:pt x="399021" y="4300944"/>
                  </a:lnTo>
                  <a:close/>
                </a:path>
                <a:path w="3790950" h="4320540">
                  <a:moveTo>
                    <a:pt x="399021" y="0"/>
                  </a:moveTo>
                  <a:lnTo>
                    <a:pt x="342557" y="0"/>
                  </a:lnTo>
                  <a:lnTo>
                    <a:pt x="342557" y="19050"/>
                  </a:lnTo>
                  <a:lnTo>
                    <a:pt x="399021" y="19050"/>
                  </a:lnTo>
                  <a:lnTo>
                    <a:pt x="399021" y="0"/>
                  </a:lnTo>
                  <a:close/>
                </a:path>
                <a:path w="3790950" h="4320540">
                  <a:moveTo>
                    <a:pt x="511949" y="4300944"/>
                  </a:moveTo>
                  <a:lnTo>
                    <a:pt x="455485" y="4300944"/>
                  </a:lnTo>
                  <a:lnTo>
                    <a:pt x="455485" y="4319994"/>
                  </a:lnTo>
                  <a:lnTo>
                    <a:pt x="511949" y="4319994"/>
                  </a:lnTo>
                  <a:lnTo>
                    <a:pt x="511949" y="4300944"/>
                  </a:lnTo>
                  <a:close/>
                </a:path>
                <a:path w="3790950" h="4320540">
                  <a:moveTo>
                    <a:pt x="511949" y="0"/>
                  </a:moveTo>
                  <a:lnTo>
                    <a:pt x="455485" y="0"/>
                  </a:lnTo>
                  <a:lnTo>
                    <a:pt x="455485" y="19050"/>
                  </a:lnTo>
                  <a:lnTo>
                    <a:pt x="511949" y="19050"/>
                  </a:lnTo>
                  <a:lnTo>
                    <a:pt x="511949" y="0"/>
                  </a:lnTo>
                  <a:close/>
                </a:path>
                <a:path w="3790950" h="4320540">
                  <a:moveTo>
                    <a:pt x="624865" y="4300944"/>
                  </a:moveTo>
                  <a:lnTo>
                    <a:pt x="568401" y="4300944"/>
                  </a:lnTo>
                  <a:lnTo>
                    <a:pt x="568401" y="4319994"/>
                  </a:lnTo>
                  <a:lnTo>
                    <a:pt x="624865" y="4319994"/>
                  </a:lnTo>
                  <a:lnTo>
                    <a:pt x="624865" y="4300944"/>
                  </a:lnTo>
                  <a:close/>
                </a:path>
                <a:path w="3790950" h="4320540">
                  <a:moveTo>
                    <a:pt x="624865" y="0"/>
                  </a:moveTo>
                  <a:lnTo>
                    <a:pt x="568401" y="0"/>
                  </a:lnTo>
                  <a:lnTo>
                    <a:pt x="568401" y="19050"/>
                  </a:lnTo>
                  <a:lnTo>
                    <a:pt x="624865" y="19050"/>
                  </a:lnTo>
                  <a:lnTo>
                    <a:pt x="624865" y="0"/>
                  </a:lnTo>
                  <a:close/>
                </a:path>
                <a:path w="3790950" h="4320540">
                  <a:moveTo>
                    <a:pt x="737793" y="4300944"/>
                  </a:moveTo>
                  <a:lnTo>
                    <a:pt x="681329" y="4300944"/>
                  </a:lnTo>
                  <a:lnTo>
                    <a:pt x="681329" y="4319994"/>
                  </a:lnTo>
                  <a:lnTo>
                    <a:pt x="737793" y="4319994"/>
                  </a:lnTo>
                  <a:lnTo>
                    <a:pt x="737793" y="4300944"/>
                  </a:lnTo>
                  <a:close/>
                </a:path>
                <a:path w="3790950" h="4320540">
                  <a:moveTo>
                    <a:pt x="737793" y="0"/>
                  </a:moveTo>
                  <a:lnTo>
                    <a:pt x="681329" y="0"/>
                  </a:lnTo>
                  <a:lnTo>
                    <a:pt x="681329" y="19050"/>
                  </a:lnTo>
                  <a:lnTo>
                    <a:pt x="737793" y="19050"/>
                  </a:lnTo>
                  <a:lnTo>
                    <a:pt x="737793" y="0"/>
                  </a:lnTo>
                  <a:close/>
                </a:path>
                <a:path w="3790950" h="4320540">
                  <a:moveTo>
                    <a:pt x="850722" y="4300944"/>
                  </a:moveTo>
                  <a:lnTo>
                    <a:pt x="794258" y="4300944"/>
                  </a:lnTo>
                  <a:lnTo>
                    <a:pt x="794258" y="4319994"/>
                  </a:lnTo>
                  <a:lnTo>
                    <a:pt x="850722" y="4319994"/>
                  </a:lnTo>
                  <a:lnTo>
                    <a:pt x="850722" y="4300944"/>
                  </a:lnTo>
                  <a:close/>
                </a:path>
                <a:path w="3790950" h="4320540">
                  <a:moveTo>
                    <a:pt x="850722" y="0"/>
                  </a:moveTo>
                  <a:lnTo>
                    <a:pt x="794258" y="0"/>
                  </a:lnTo>
                  <a:lnTo>
                    <a:pt x="794258" y="19050"/>
                  </a:lnTo>
                  <a:lnTo>
                    <a:pt x="850722" y="19050"/>
                  </a:lnTo>
                  <a:lnTo>
                    <a:pt x="850722" y="0"/>
                  </a:lnTo>
                  <a:close/>
                </a:path>
                <a:path w="3790950" h="4320540">
                  <a:moveTo>
                    <a:pt x="963650" y="4300944"/>
                  </a:moveTo>
                  <a:lnTo>
                    <a:pt x="907186" y="4300944"/>
                  </a:lnTo>
                  <a:lnTo>
                    <a:pt x="907186" y="4319994"/>
                  </a:lnTo>
                  <a:lnTo>
                    <a:pt x="963650" y="4319994"/>
                  </a:lnTo>
                  <a:lnTo>
                    <a:pt x="963650" y="4300944"/>
                  </a:lnTo>
                  <a:close/>
                </a:path>
                <a:path w="3790950" h="4320540">
                  <a:moveTo>
                    <a:pt x="963650" y="0"/>
                  </a:moveTo>
                  <a:lnTo>
                    <a:pt x="907186" y="0"/>
                  </a:lnTo>
                  <a:lnTo>
                    <a:pt x="907186" y="19050"/>
                  </a:lnTo>
                  <a:lnTo>
                    <a:pt x="963650" y="19050"/>
                  </a:lnTo>
                  <a:lnTo>
                    <a:pt x="963650" y="0"/>
                  </a:lnTo>
                  <a:close/>
                </a:path>
                <a:path w="3790950" h="4320540">
                  <a:moveTo>
                    <a:pt x="1076579" y="4300944"/>
                  </a:moveTo>
                  <a:lnTo>
                    <a:pt x="1020114" y="4300944"/>
                  </a:lnTo>
                  <a:lnTo>
                    <a:pt x="1020114" y="4319994"/>
                  </a:lnTo>
                  <a:lnTo>
                    <a:pt x="1076579" y="4319994"/>
                  </a:lnTo>
                  <a:lnTo>
                    <a:pt x="1076579" y="4300944"/>
                  </a:lnTo>
                  <a:close/>
                </a:path>
                <a:path w="3790950" h="4320540">
                  <a:moveTo>
                    <a:pt x="1076579" y="0"/>
                  </a:moveTo>
                  <a:lnTo>
                    <a:pt x="1020114" y="0"/>
                  </a:lnTo>
                  <a:lnTo>
                    <a:pt x="1020114" y="19050"/>
                  </a:lnTo>
                  <a:lnTo>
                    <a:pt x="1076579" y="19050"/>
                  </a:lnTo>
                  <a:lnTo>
                    <a:pt x="1076579" y="0"/>
                  </a:lnTo>
                  <a:close/>
                </a:path>
                <a:path w="3790950" h="4320540">
                  <a:moveTo>
                    <a:pt x="1189507" y="4300944"/>
                  </a:moveTo>
                  <a:lnTo>
                    <a:pt x="1133043" y="4300944"/>
                  </a:lnTo>
                  <a:lnTo>
                    <a:pt x="1133043" y="4319994"/>
                  </a:lnTo>
                  <a:lnTo>
                    <a:pt x="1189507" y="4319994"/>
                  </a:lnTo>
                  <a:lnTo>
                    <a:pt x="1189507" y="4300944"/>
                  </a:lnTo>
                  <a:close/>
                </a:path>
                <a:path w="3790950" h="4320540">
                  <a:moveTo>
                    <a:pt x="1189507" y="0"/>
                  </a:moveTo>
                  <a:lnTo>
                    <a:pt x="1133043" y="0"/>
                  </a:lnTo>
                  <a:lnTo>
                    <a:pt x="1133043" y="19050"/>
                  </a:lnTo>
                  <a:lnTo>
                    <a:pt x="1189507" y="19050"/>
                  </a:lnTo>
                  <a:lnTo>
                    <a:pt x="1189507" y="0"/>
                  </a:lnTo>
                  <a:close/>
                </a:path>
                <a:path w="3790950" h="4320540">
                  <a:moveTo>
                    <a:pt x="1302423" y="4300944"/>
                  </a:moveTo>
                  <a:lnTo>
                    <a:pt x="1245958" y="4300944"/>
                  </a:lnTo>
                  <a:lnTo>
                    <a:pt x="1245958" y="4319994"/>
                  </a:lnTo>
                  <a:lnTo>
                    <a:pt x="1302423" y="4319994"/>
                  </a:lnTo>
                  <a:lnTo>
                    <a:pt x="1302423" y="4300944"/>
                  </a:lnTo>
                  <a:close/>
                </a:path>
                <a:path w="3790950" h="4320540">
                  <a:moveTo>
                    <a:pt x="1302423" y="0"/>
                  </a:moveTo>
                  <a:lnTo>
                    <a:pt x="1245958" y="0"/>
                  </a:lnTo>
                  <a:lnTo>
                    <a:pt x="1245958" y="19050"/>
                  </a:lnTo>
                  <a:lnTo>
                    <a:pt x="1302423" y="19050"/>
                  </a:lnTo>
                  <a:lnTo>
                    <a:pt x="1302423" y="0"/>
                  </a:lnTo>
                  <a:close/>
                </a:path>
                <a:path w="3790950" h="4320540">
                  <a:moveTo>
                    <a:pt x="1415351" y="4300944"/>
                  </a:moveTo>
                  <a:lnTo>
                    <a:pt x="1358887" y="4300944"/>
                  </a:lnTo>
                  <a:lnTo>
                    <a:pt x="1358887" y="4319994"/>
                  </a:lnTo>
                  <a:lnTo>
                    <a:pt x="1415351" y="4319994"/>
                  </a:lnTo>
                  <a:lnTo>
                    <a:pt x="1415351" y="4300944"/>
                  </a:lnTo>
                  <a:close/>
                </a:path>
                <a:path w="3790950" h="4320540">
                  <a:moveTo>
                    <a:pt x="1415351" y="0"/>
                  </a:moveTo>
                  <a:lnTo>
                    <a:pt x="1358887" y="0"/>
                  </a:lnTo>
                  <a:lnTo>
                    <a:pt x="1358887" y="19050"/>
                  </a:lnTo>
                  <a:lnTo>
                    <a:pt x="1415351" y="19050"/>
                  </a:lnTo>
                  <a:lnTo>
                    <a:pt x="1415351" y="0"/>
                  </a:lnTo>
                  <a:close/>
                </a:path>
                <a:path w="3790950" h="4320540">
                  <a:moveTo>
                    <a:pt x="1528279" y="4300944"/>
                  </a:moveTo>
                  <a:lnTo>
                    <a:pt x="1471815" y="4300944"/>
                  </a:lnTo>
                  <a:lnTo>
                    <a:pt x="1471815" y="4319994"/>
                  </a:lnTo>
                  <a:lnTo>
                    <a:pt x="1528279" y="4319994"/>
                  </a:lnTo>
                  <a:lnTo>
                    <a:pt x="1528279" y="4300944"/>
                  </a:lnTo>
                  <a:close/>
                </a:path>
                <a:path w="3790950" h="4320540">
                  <a:moveTo>
                    <a:pt x="1528279" y="0"/>
                  </a:moveTo>
                  <a:lnTo>
                    <a:pt x="1471815" y="0"/>
                  </a:lnTo>
                  <a:lnTo>
                    <a:pt x="1471815" y="19050"/>
                  </a:lnTo>
                  <a:lnTo>
                    <a:pt x="1528279" y="19050"/>
                  </a:lnTo>
                  <a:lnTo>
                    <a:pt x="1528279" y="0"/>
                  </a:lnTo>
                  <a:close/>
                </a:path>
                <a:path w="3790950" h="4320540">
                  <a:moveTo>
                    <a:pt x="1641208" y="4300944"/>
                  </a:moveTo>
                  <a:lnTo>
                    <a:pt x="1584744" y="4300944"/>
                  </a:lnTo>
                  <a:lnTo>
                    <a:pt x="1584744" y="4319994"/>
                  </a:lnTo>
                  <a:lnTo>
                    <a:pt x="1641208" y="4319994"/>
                  </a:lnTo>
                  <a:lnTo>
                    <a:pt x="1641208" y="4300944"/>
                  </a:lnTo>
                  <a:close/>
                </a:path>
                <a:path w="3790950" h="4320540">
                  <a:moveTo>
                    <a:pt x="1641208" y="0"/>
                  </a:moveTo>
                  <a:lnTo>
                    <a:pt x="1584744" y="0"/>
                  </a:lnTo>
                  <a:lnTo>
                    <a:pt x="1584744" y="19050"/>
                  </a:lnTo>
                  <a:lnTo>
                    <a:pt x="1641208" y="19050"/>
                  </a:lnTo>
                  <a:lnTo>
                    <a:pt x="1641208" y="0"/>
                  </a:lnTo>
                  <a:close/>
                </a:path>
                <a:path w="3790950" h="4320540">
                  <a:moveTo>
                    <a:pt x="1754136" y="4300944"/>
                  </a:moveTo>
                  <a:lnTo>
                    <a:pt x="1697672" y="4300944"/>
                  </a:lnTo>
                  <a:lnTo>
                    <a:pt x="1697672" y="4319994"/>
                  </a:lnTo>
                  <a:lnTo>
                    <a:pt x="1754136" y="4319994"/>
                  </a:lnTo>
                  <a:lnTo>
                    <a:pt x="1754136" y="4300944"/>
                  </a:lnTo>
                  <a:close/>
                </a:path>
                <a:path w="3790950" h="4320540">
                  <a:moveTo>
                    <a:pt x="1754136" y="0"/>
                  </a:moveTo>
                  <a:lnTo>
                    <a:pt x="1697672" y="0"/>
                  </a:lnTo>
                  <a:lnTo>
                    <a:pt x="1697672" y="19050"/>
                  </a:lnTo>
                  <a:lnTo>
                    <a:pt x="1754136" y="19050"/>
                  </a:lnTo>
                  <a:lnTo>
                    <a:pt x="1754136" y="0"/>
                  </a:lnTo>
                  <a:close/>
                </a:path>
                <a:path w="3790950" h="4320540">
                  <a:moveTo>
                    <a:pt x="1867065" y="4300944"/>
                  </a:moveTo>
                  <a:lnTo>
                    <a:pt x="1810600" y="4300944"/>
                  </a:lnTo>
                  <a:lnTo>
                    <a:pt x="1810600" y="4319994"/>
                  </a:lnTo>
                  <a:lnTo>
                    <a:pt x="1867065" y="4319994"/>
                  </a:lnTo>
                  <a:lnTo>
                    <a:pt x="1867065" y="4300944"/>
                  </a:lnTo>
                  <a:close/>
                </a:path>
                <a:path w="3790950" h="4320540">
                  <a:moveTo>
                    <a:pt x="1867065" y="0"/>
                  </a:moveTo>
                  <a:lnTo>
                    <a:pt x="1810600" y="0"/>
                  </a:lnTo>
                  <a:lnTo>
                    <a:pt x="1810600" y="19050"/>
                  </a:lnTo>
                  <a:lnTo>
                    <a:pt x="1867065" y="19050"/>
                  </a:lnTo>
                  <a:lnTo>
                    <a:pt x="1867065" y="0"/>
                  </a:lnTo>
                  <a:close/>
                </a:path>
                <a:path w="3790950" h="4320540">
                  <a:moveTo>
                    <a:pt x="1979980" y="4300944"/>
                  </a:moveTo>
                  <a:lnTo>
                    <a:pt x="1923529" y="4300944"/>
                  </a:lnTo>
                  <a:lnTo>
                    <a:pt x="1923529" y="4319994"/>
                  </a:lnTo>
                  <a:lnTo>
                    <a:pt x="1979980" y="4319994"/>
                  </a:lnTo>
                  <a:lnTo>
                    <a:pt x="1979980" y="4300944"/>
                  </a:lnTo>
                  <a:close/>
                </a:path>
                <a:path w="3790950" h="4320540">
                  <a:moveTo>
                    <a:pt x="1979980" y="0"/>
                  </a:moveTo>
                  <a:lnTo>
                    <a:pt x="1923529" y="0"/>
                  </a:lnTo>
                  <a:lnTo>
                    <a:pt x="1923529" y="19050"/>
                  </a:lnTo>
                  <a:lnTo>
                    <a:pt x="1979980" y="19050"/>
                  </a:lnTo>
                  <a:lnTo>
                    <a:pt x="1979980" y="0"/>
                  </a:lnTo>
                  <a:close/>
                </a:path>
                <a:path w="3790950" h="4320540">
                  <a:moveTo>
                    <a:pt x="2092909" y="4300944"/>
                  </a:moveTo>
                  <a:lnTo>
                    <a:pt x="2036445" y="4300944"/>
                  </a:lnTo>
                  <a:lnTo>
                    <a:pt x="2036445" y="4319994"/>
                  </a:lnTo>
                  <a:lnTo>
                    <a:pt x="2092909" y="4319994"/>
                  </a:lnTo>
                  <a:lnTo>
                    <a:pt x="2092909" y="4300944"/>
                  </a:lnTo>
                  <a:close/>
                </a:path>
                <a:path w="3790950" h="4320540">
                  <a:moveTo>
                    <a:pt x="2092909" y="0"/>
                  </a:moveTo>
                  <a:lnTo>
                    <a:pt x="2036445" y="0"/>
                  </a:lnTo>
                  <a:lnTo>
                    <a:pt x="2036445" y="19050"/>
                  </a:lnTo>
                  <a:lnTo>
                    <a:pt x="2092909" y="19050"/>
                  </a:lnTo>
                  <a:lnTo>
                    <a:pt x="2092909" y="0"/>
                  </a:lnTo>
                  <a:close/>
                </a:path>
                <a:path w="3790950" h="4320540">
                  <a:moveTo>
                    <a:pt x="2205837" y="4300944"/>
                  </a:moveTo>
                  <a:lnTo>
                    <a:pt x="2149373" y="4300944"/>
                  </a:lnTo>
                  <a:lnTo>
                    <a:pt x="2149373" y="4319994"/>
                  </a:lnTo>
                  <a:lnTo>
                    <a:pt x="2205837" y="4319994"/>
                  </a:lnTo>
                  <a:lnTo>
                    <a:pt x="2205837" y="4300944"/>
                  </a:lnTo>
                  <a:close/>
                </a:path>
                <a:path w="3790950" h="4320540">
                  <a:moveTo>
                    <a:pt x="2205837" y="0"/>
                  </a:moveTo>
                  <a:lnTo>
                    <a:pt x="2149373" y="0"/>
                  </a:lnTo>
                  <a:lnTo>
                    <a:pt x="2149373" y="19050"/>
                  </a:lnTo>
                  <a:lnTo>
                    <a:pt x="2205837" y="19050"/>
                  </a:lnTo>
                  <a:lnTo>
                    <a:pt x="2205837" y="0"/>
                  </a:lnTo>
                  <a:close/>
                </a:path>
                <a:path w="3790950" h="4320540">
                  <a:moveTo>
                    <a:pt x="2318766" y="4300944"/>
                  </a:moveTo>
                  <a:lnTo>
                    <a:pt x="2262301" y="4300944"/>
                  </a:lnTo>
                  <a:lnTo>
                    <a:pt x="2262301" y="4319994"/>
                  </a:lnTo>
                  <a:lnTo>
                    <a:pt x="2318766" y="4319994"/>
                  </a:lnTo>
                  <a:lnTo>
                    <a:pt x="2318766" y="4300944"/>
                  </a:lnTo>
                  <a:close/>
                </a:path>
                <a:path w="3790950" h="4320540">
                  <a:moveTo>
                    <a:pt x="2318766" y="0"/>
                  </a:moveTo>
                  <a:lnTo>
                    <a:pt x="2262301" y="0"/>
                  </a:lnTo>
                  <a:lnTo>
                    <a:pt x="2262301" y="19050"/>
                  </a:lnTo>
                  <a:lnTo>
                    <a:pt x="2318766" y="19050"/>
                  </a:lnTo>
                  <a:lnTo>
                    <a:pt x="2318766" y="0"/>
                  </a:lnTo>
                  <a:close/>
                </a:path>
                <a:path w="3790950" h="4320540">
                  <a:moveTo>
                    <a:pt x="2431694" y="4300944"/>
                  </a:moveTo>
                  <a:lnTo>
                    <a:pt x="2375230" y="4300944"/>
                  </a:lnTo>
                  <a:lnTo>
                    <a:pt x="2375230" y="4319994"/>
                  </a:lnTo>
                  <a:lnTo>
                    <a:pt x="2431694" y="4319994"/>
                  </a:lnTo>
                  <a:lnTo>
                    <a:pt x="2431694" y="4300944"/>
                  </a:lnTo>
                  <a:close/>
                </a:path>
                <a:path w="3790950" h="4320540">
                  <a:moveTo>
                    <a:pt x="2431694" y="0"/>
                  </a:moveTo>
                  <a:lnTo>
                    <a:pt x="2375230" y="0"/>
                  </a:lnTo>
                  <a:lnTo>
                    <a:pt x="2375230" y="19050"/>
                  </a:lnTo>
                  <a:lnTo>
                    <a:pt x="2431694" y="19050"/>
                  </a:lnTo>
                  <a:lnTo>
                    <a:pt x="2431694" y="0"/>
                  </a:lnTo>
                  <a:close/>
                </a:path>
                <a:path w="3790950" h="4320540">
                  <a:moveTo>
                    <a:pt x="2544622" y="4300944"/>
                  </a:moveTo>
                  <a:lnTo>
                    <a:pt x="2488158" y="4300944"/>
                  </a:lnTo>
                  <a:lnTo>
                    <a:pt x="2488158" y="4319994"/>
                  </a:lnTo>
                  <a:lnTo>
                    <a:pt x="2544622" y="4319994"/>
                  </a:lnTo>
                  <a:lnTo>
                    <a:pt x="2544622" y="4300944"/>
                  </a:lnTo>
                  <a:close/>
                </a:path>
                <a:path w="3790950" h="4320540">
                  <a:moveTo>
                    <a:pt x="2544622" y="0"/>
                  </a:moveTo>
                  <a:lnTo>
                    <a:pt x="2488158" y="0"/>
                  </a:lnTo>
                  <a:lnTo>
                    <a:pt x="2488158" y="19050"/>
                  </a:lnTo>
                  <a:lnTo>
                    <a:pt x="2544622" y="19050"/>
                  </a:lnTo>
                  <a:lnTo>
                    <a:pt x="2544622" y="0"/>
                  </a:lnTo>
                  <a:close/>
                </a:path>
                <a:path w="3790950" h="4320540">
                  <a:moveTo>
                    <a:pt x="2657538" y="4300944"/>
                  </a:moveTo>
                  <a:lnTo>
                    <a:pt x="2601087" y="4300944"/>
                  </a:lnTo>
                  <a:lnTo>
                    <a:pt x="2601087" y="4319994"/>
                  </a:lnTo>
                  <a:lnTo>
                    <a:pt x="2657538" y="4319994"/>
                  </a:lnTo>
                  <a:lnTo>
                    <a:pt x="2657538" y="4300944"/>
                  </a:lnTo>
                  <a:close/>
                </a:path>
                <a:path w="3790950" h="4320540">
                  <a:moveTo>
                    <a:pt x="2657538" y="0"/>
                  </a:moveTo>
                  <a:lnTo>
                    <a:pt x="2601087" y="0"/>
                  </a:lnTo>
                  <a:lnTo>
                    <a:pt x="2601087" y="19050"/>
                  </a:lnTo>
                  <a:lnTo>
                    <a:pt x="2657538" y="19050"/>
                  </a:lnTo>
                  <a:lnTo>
                    <a:pt x="2657538" y="0"/>
                  </a:lnTo>
                  <a:close/>
                </a:path>
                <a:path w="3790950" h="4320540">
                  <a:moveTo>
                    <a:pt x="2770467" y="4300944"/>
                  </a:moveTo>
                  <a:lnTo>
                    <a:pt x="2714002" y="4300944"/>
                  </a:lnTo>
                  <a:lnTo>
                    <a:pt x="2714002" y="4319994"/>
                  </a:lnTo>
                  <a:lnTo>
                    <a:pt x="2770467" y="4319994"/>
                  </a:lnTo>
                  <a:lnTo>
                    <a:pt x="2770467" y="4300944"/>
                  </a:lnTo>
                  <a:close/>
                </a:path>
                <a:path w="3790950" h="4320540">
                  <a:moveTo>
                    <a:pt x="2770467" y="0"/>
                  </a:moveTo>
                  <a:lnTo>
                    <a:pt x="2714002" y="0"/>
                  </a:lnTo>
                  <a:lnTo>
                    <a:pt x="2714002" y="19050"/>
                  </a:lnTo>
                  <a:lnTo>
                    <a:pt x="2770467" y="19050"/>
                  </a:lnTo>
                  <a:lnTo>
                    <a:pt x="2770467" y="0"/>
                  </a:lnTo>
                  <a:close/>
                </a:path>
                <a:path w="3790950" h="4320540">
                  <a:moveTo>
                    <a:pt x="2883395" y="4300944"/>
                  </a:moveTo>
                  <a:lnTo>
                    <a:pt x="2826931" y="4300944"/>
                  </a:lnTo>
                  <a:lnTo>
                    <a:pt x="2826931" y="4319994"/>
                  </a:lnTo>
                  <a:lnTo>
                    <a:pt x="2883395" y="4319994"/>
                  </a:lnTo>
                  <a:lnTo>
                    <a:pt x="2883395" y="4300944"/>
                  </a:lnTo>
                  <a:close/>
                </a:path>
                <a:path w="3790950" h="4320540">
                  <a:moveTo>
                    <a:pt x="2883395" y="0"/>
                  </a:moveTo>
                  <a:lnTo>
                    <a:pt x="2826931" y="0"/>
                  </a:lnTo>
                  <a:lnTo>
                    <a:pt x="2826931" y="19050"/>
                  </a:lnTo>
                  <a:lnTo>
                    <a:pt x="2883395" y="19050"/>
                  </a:lnTo>
                  <a:lnTo>
                    <a:pt x="2883395" y="0"/>
                  </a:lnTo>
                  <a:close/>
                </a:path>
                <a:path w="3790950" h="4320540">
                  <a:moveTo>
                    <a:pt x="2996323" y="4300944"/>
                  </a:moveTo>
                  <a:lnTo>
                    <a:pt x="2939859" y="4300944"/>
                  </a:lnTo>
                  <a:lnTo>
                    <a:pt x="2939859" y="4319994"/>
                  </a:lnTo>
                  <a:lnTo>
                    <a:pt x="2996323" y="4319994"/>
                  </a:lnTo>
                  <a:lnTo>
                    <a:pt x="2996323" y="4300944"/>
                  </a:lnTo>
                  <a:close/>
                </a:path>
                <a:path w="3790950" h="4320540">
                  <a:moveTo>
                    <a:pt x="2996323" y="0"/>
                  </a:moveTo>
                  <a:lnTo>
                    <a:pt x="2939859" y="0"/>
                  </a:lnTo>
                  <a:lnTo>
                    <a:pt x="2939859" y="19050"/>
                  </a:lnTo>
                  <a:lnTo>
                    <a:pt x="2996323" y="19050"/>
                  </a:lnTo>
                  <a:lnTo>
                    <a:pt x="2996323" y="0"/>
                  </a:lnTo>
                  <a:close/>
                </a:path>
                <a:path w="3790950" h="4320540">
                  <a:moveTo>
                    <a:pt x="3109252" y="4300944"/>
                  </a:moveTo>
                  <a:lnTo>
                    <a:pt x="3052788" y="4300944"/>
                  </a:lnTo>
                  <a:lnTo>
                    <a:pt x="3052788" y="4319994"/>
                  </a:lnTo>
                  <a:lnTo>
                    <a:pt x="3109252" y="4319994"/>
                  </a:lnTo>
                  <a:lnTo>
                    <a:pt x="3109252" y="4300944"/>
                  </a:lnTo>
                  <a:close/>
                </a:path>
                <a:path w="3790950" h="4320540">
                  <a:moveTo>
                    <a:pt x="3109252" y="0"/>
                  </a:moveTo>
                  <a:lnTo>
                    <a:pt x="3052788" y="0"/>
                  </a:lnTo>
                  <a:lnTo>
                    <a:pt x="3052788" y="19050"/>
                  </a:lnTo>
                  <a:lnTo>
                    <a:pt x="3109252" y="19050"/>
                  </a:lnTo>
                  <a:lnTo>
                    <a:pt x="3109252" y="0"/>
                  </a:lnTo>
                  <a:close/>
                </a:path>
                <a:path w="3790950" h="4320540">
                  <a:moveTo>
                    <a:pt x="3222180" y="4300944"/>
                  </a:moveTo>
                  <a:lnTo>
                    <a:pt x="3165716" y="4300944"/>
                  </a:lnTo>
                  <a:lnTo>
                    <a:pt x="3165716" y="4319994"/>
                  </a:lnTo>
                  <a:lnTo>
                    <a:pt x="3222180" y="4319994"/>
                  </a:lnTo>
                  <a:lnTo>
                    <a:pt x="3222180" y="4300944"/>
                  </a:lnTo>
                  <a:close/>
                </a:path>
                <a:path w="3790950" h="4320540">
                  <a:moveTo>
                    <a:pt x="3222180" y="0"/>
                  </a:moveTo>
                  <a:lnTo>
                    <a:pt x="3165716" y="0"/>
                  </a:lnTo>
                  <a:lnTo>
                    <a:pt x="3165716" y="19050"/>
                  </a:lnTo>
                  <a:lnTo>
                    <a:pt x="3222180" y="19050"/>
                  </a:lnTo>
                  <a:lnTo>
                    <a:pt x="3222180" y="0"/>
                  </a:lnTo>
                  <a:close/>
                </a:path>
                <a:path w="3790950" h="4320540">
                  <a:moveTo>
                    <a:pt x="3335109" y="4300944"/>
                  </a:moveTo>
                  <a:lnTo>
                    <a:pt x="3278644" y="4300944"/>
                  </a:lnTo>
                  <a:lnTo>
                    <a:pt x="3278644" y="4319994"/>
                  </a:lnTo>
                  <a:lnTo>
                    <a:pt x="3335109" y="4319994"/>
                  </a:lnTo>
                  <a:lnTo>
                    <a:pt x="3335109" y="4300944"/>
                  </a:lnTo>
                  <a:close/>
                </a:path>
                <a:path w="3790950" h="4320540">
                  <a:moveTo>
                    <a:pt x="3335109" y="0"/>
                  </a:moveTo>
                  <a:lnTo>
                    <a:pt x="3278644" y="0"/>
                  </a:lnTo>
                  <a:lnTo>
                    <a:pt x="3278644" y="19050"/>
                  </a:lnTo>
                  <a:lnTo>
                    <a:pt x="3335109" y="19050"/>
                  </a:lnTo>
                  <a:lnTo>
                    <a:pt x="3335109" y="0"/>
                  </a:lnTo>
                  <a:close/>
                </a:path>
                <a:path w="3790950" h="4320540">
                  <a:moveTo>
                    <a:pt x="3448024" y="4300944"/>
                  </a:moveTo>
                  <a:lnTo>
                    <a:pt x="3391560" y="4300944"/>
                  </a:lnTo>
                  <a:lnTo>
                    <a:pt x="3391560" y="4319994"/>
                  </a:lnTo>
                  <a:lnTo>
                    <a:pt x="3448024" y="4319994"/>
                  </a:lnTo>
                  <a:lnTo>
                    <a:pt x="3448024" y="4300944"/>
                  </a:lnTo>
                  <a:close/>
                </a:path>
                <a:path w="3790950" h="4320540">
                  <a:moveTo>
                    <a:pt x="3448024" y="0"/>
                  </a:moveTo>
                  <a:lnTo>
                    <a:pt x="3391560" y="0"/>
                  </a:lnTo>
                  <a:lnTo>
                    <a:pt x="3391560" y="19050"/>
                  </a:lnTo>
                  <a:lnTo>
                    <a:pt x="3448024" y="19050"/>
                  </a:lnTo>
                  <a:lnTo>
                    <a:pt x="3448024" y="0"/>
                  </a:lnTo>
                  <a:close/>
                </a:path>
                <a:path w="3790950" h="4320540">
                  <a:moveTo>
                    <a:pt x="3560953" y="4300944"/>
                  </a:moveTo>
                  <a:lnTo>
                    <a:pt x="3504488" y="4300944"/>
                  </a:lnTo>
                  <a:lnTo>
                    <a:pt x="3504488" y="4319994"/>
                  </a:lnTo>
                  <a:lnTo>
                    <a:pt x="3560953" y="4319994"/>
                  </a:lnTo>
                  <a:lnTo>
                    <a:pt x="3560953" y="4300944"/>
                  </a:lnTo>
                  <a:close/>
                </a:path>
                <a:path w="3790950" h="4320540">
                  <a:moveTo>
                    <a:pt x="3560953" y="0"/>
                  </a:moveTo>
                  <a:lnTo>
                    <a:pt x="3504488" y="0"/>
                  </a:lnTo>
                  <a:lnTo>
                    <a:pt x="3504488" y="19050"/>
                  </a:lnTo>
                  <a:lnTo>
                    <a:pt x="3560953" y="19050"/>
                  </a:lnTo>
                  <a:lnTo>
                    <a:pt x="3560953" y="0"/>
                  </a:lnTo>
                  <a:close/>
                </a:path>
                <a:path w="3790950" h="4320540">
                  <a:moveTo>
                    <a:pt x="3673881" y="4300944"/>
                  </a:moveTo>
                  <a:lnTo>
                    <a:pt x="3617417" y="4300944"/>
                  </a:lnTo>
                  <a:lnTo>
                    <a:pt x="3617417" y="4319994"/>
                  </a:lnTo>
                  <a:lnTo>
                    <a:pt x="3673881" y="4319994"/>
                  </a:lnTo>
                  <a:lnTo>
                    <a:pt x="3673881" y="4300944"/>
                  </a:lnTo>
                  <a:close/>
                </a:path>
                <a:path w="3790950" h="4320540">
                  <a:moveTo>
                    <a:pt x="3673881" y="0"/>
                  </a:moveTo>
                  <a:lnTo>
                    <a:pt x="3617417" y="0"/>
                  </a:lnTo>
                  <a:lnTo>
                    <a:pt x="3617417" y="19050"/>
                  </a:lnTo>
                  <a:lnTo>
                    <a:pt x="3673881" y="19050"/>
                  </a:lnTo>
                  <a:lnTo>
                    <a:pt x="3673881" y="0"/>
                  </a:lnTo>
                  <a:close/>
                </a:path>
                <a:path w="3790950" h="4320540">
                  <a:moveTo>
                    <a:pt x="3774389" y="4260697"/>
                  </a:moveTo>
                  <a:lnTo>
                    <a:pt x="3758044" y="4251528"/>
                  </a:lnTo>
                  <a:lnTo>
                    <a:pt x="3743553" y="4272966"/>
                  </a:lnTo>
                  <a:lnTo>
                    <a:pt x="3722509" y="4287190"/>
                  </a:lnTo>
                  <a:lnTo>
                    <a:pt x="3731755" y="4303484"/>
                  </a:lnTo>
                  <a:lnTo>
                    <a:pt x="3757015" y="4286415"/>
                  </a:lnTo>
                  <a:lnTo>
                    <a:pt x="3774389" y="4260697"/>
                  </a:lnTo>
                  <a:close/>
                </a:path>
                <a:path w="3790950" h="4320540">
                  <a:moveTo>
                    <a:pt x="3774389" y="59296"/>
                  </a:moveTo>
                  <a:lnTo>
                    <a:pt x="3757015" y="33566"/>
                  </a:lnTo>
                  <a:lnTo>
                    <a:pt x="3731755" y="16510"/>
                  </a:lnTo>
                  <a:lnTo>
                    <a:pt x="3722509" y="32804"/>
                  </a:lnTo>
                  <a:lnTo>
                    <a:pt x="3743553" y="47028"/>
                  </a:lnTo>
                  <a:lnTo>
                    <a:pt x="3758044" y="68465"/>
                  </a:lnTo>
                  <a:lnTo>
                    <a:pt x="3774389" y="59296"/>
                  </a:lnTo>
                  <a:close/>
                </a:path>
                <a:path w="3790950" h="4320540">
                  <a:moveTo>
                    <a:pt x="3790581" y="4144200"/>
                  </a:moveTo>
                  <a:lnTo>
                    <a:pt x="3771531" y="4144200"/>
                  </a:lnTo>
                  <a:lnTo>
                    <a:pt x="3771531" y="4201718"/>
                  </a:lnTo>
                  <a:lnTo>
                    <a:pt x="3790581" y="4201718"/>
                  </a:lnTo>
                  <a:lnTo>
                    <a:pt x="3790581" y="4144200"/>
                  </a:lnTo>
                  <a:close/>
                </a:path>
                <a:path w="3790950" h="4320540">
                  <a:moveTo>
                    <a:pt x="3790581" y="4029176"/>
                  </a:moveTo>
                  <a:lnTo>
                    <a:pt x="3771531" y="4029176"/>
                  </a:lnTo>
                  <a:lnTo>
                    <a:pt x="3771531" y="4086695"/>
                  </a:lnTo>
                  <a:lnTo>
                    <a:pt x="3790581" y="4086695"/>
                  </a:lnTo>
                  <a:lnTo>
                    <a:pt x="3790581" y="4029176"/>
                  </a:lnTo>
                  <a:close/>
                </a:path>
                <a:path w="3790950" h="4320540">
                  <a:moveTo>
                    <a:pt x="3790581" y="3914152"/>
                  </a:moveTo>
                  <a:lnTo>
                    <a:pt x="3771531" y="3914152"/>
                  </a:lnTo>
                  <a:lnTo>
                    <a:pt x="3771531" y="3971658"/>
                  </a:lnTo>
                  <a:lnTo>
                    <a:pt x="3790581" y="3971658"/>
                  </a:lnTo>
                  <a:lnTo>
                    <a:pt x="3790581" y="3914152"/>
                  </a:lnTo>
                  <a:close/>
                </a:path>
                <a:path w="3790950" h="4320540">
                  <a:moveTo>
                    <a:pt x="3790581" y="3799128"/>
                  </a:moveTo>
                  <a:lnTo>
                    <a:pt x="3771531" y="3799128"/>
                  </a:lnTo>
                  <a:lnTo>
                    <a:pt x="3771531" y="3856634"/>
                  </a:lnTo>
                  <a:lnTo>
                    <a:pt x="3790581" y="3856634"/>
                  </a:lnTo>
                  <a:lnTo>
                    <a:pt x="3790581" y="3799128"/>
                  </a:lnTo>
                  <a:close/>
                </a:path>
                <a:path w="3790950" h="4320540">
                  <a:moveTo>
                    <a:pt x="3790581" y="3684092"/>
                  </a:moveTo>
                  <a:lnTo>
                    <a:pt x="3771531" y="3684092"/>
                  </a:lnTo>
                  <a:lnTo>
                    <a:pt x="3771531" y="3741610"/>
                  </a:lnTo>
                  <a:lnTo>
                    <a:pt x="3790581" y="3741610"/>
                  </a:lnTo>
                  <a:lnTo>
                    <a:pt x="3790581" y="3684092"/>
                  </a:lnTo>
                  <a:close/>
                </a:path>
                <a:path w="3790950" h="4320540">
                  <a:moveTo>
                    <a:pt x="3790581" y="3569068"/>
                  </a:moveTo>
                  <a:lnTo>
                    <a:pt x="3771531" y="3569068"/>
                  </a:lnTo>
                  <a:lnTo>
                    <a:pt x="3771531" y="3626586"/>
                  </a:lnTo>
                  <a:lnTo>
                    <a:pt x="3790581" y="3626586"/>
                  </a:lnTo>
                  <a:lnTo>
                    <a:pt x="3790581" y="3569068"/>
                  </a:lnTo>
                  <a:close/>
                </a:path>
                <a:path w="3790950" h="4320540">
                  <a:moveTo>
                    <a:pt x="3790581" y="3454044"/>
                  </a:moveTo>
                  <a:lnTo>
                    <a:pt x="3771531" y="3454044"/>
                  </a:lnTo>
                  <a:lnTo>
                    <a:pt x="3771531" y="3511562"/>
                  </a:lnTo>
                  <a:lnTo>
                    <a:pt x="3790581" y="3511562"/>
                  </a:lnTo>
                  <a:lnTo>
                    <a:pt x="3790581" y="3454044"/>
                  </a:lnTo>
                  <a:close/>
                </a:path>
                <a:path w="3790950" h="4320540">
                  <a:moveTo>
                    <a:pt x="3790581" y="3339020"/>
                  </a:moveTo>
                  <a:lnTo>
                    <a:pt x="3771531" y="3339020"/>
                  </a:lnTo>
                  <a:lnTo>
                    <a:pt x="3771531" y="3396526"/>
                  </a:lnTo>
                  <a:lnTo>
                    <a:pt x="3790581" y="3396526"/>
                  </a:lnTo>
                  <a:lnTo>
                    <a:pt x="3790581" y="3339020"/>
                  </a:lnTo>
                  <a:close/>
                </a:path>
                <a:path w="3790950" h="4320540">
                  <a:moveTo>
                    <a:pt x="3790581" y="3223996"/>
                  </a:moveTo>
                  <a:lnTo>
                    <a:pt x="3771531" y="3223996"/>
                  </a:lnTo>
                  <a:lnTo>
                    <a:pt x="3771531" y="3281502"/>
                  </a:lnTo>
                  <a:lnTo>
                    <a:pt x="3790581" y="3281502"/>
                  </a:lnTo>
                  <a:lnTo>
                    <a:pt x="3790581" y="3223996"/>
                  </a:lnTo>
                  <a:close/>
                </a:path>
                <a:path w="3790950" h="4320540">
                  <a:moveTo>
                    <a:pt x="3790581" y="3108960"/>
                  </a:moveTo>
                  <a:lnTo>
                    <a:pt x="3771531" y="3108960"/>
                  </a:lnTo>
                  <a:lnTo>
                    <a:pt x="3771531" y="3166478"/>
                  </a:lnTo>
                  <a:lnTo>
                    <a:pt x="3790581" y="3166478"/>
                  </a:lnTo>
                  <a:lnTo>
                    <a:pt x="3790581" y="3108960"/>
                  </a:lnTo>
                  <a:close/>
                </a:path>
                <a:path w="3790950" h="4320540">
                  <a:moveTo>
                    <a:pt x="3790581" y="2993936"/>
                  </a:moveTo>
                  <a:lnTo>
                    <a:pt x="3771531" y="2993936"/>
                  </a:lnTo>
                  <a:lnTo>
                    <a:pt x="3771531" y="3051454"/>
                  </a:lnTo>
                  <a:lnTo>
                    <a:pt x="3790581" y="3051454"/>
                  </a:lnTo>
                  <a:lnTo>
                    <a:pt x="3790581" y="2993936"/>
                  </a:lnTo>
                  <a:close/>
                </a:path>
                <a:path w="3790950" h="4320540">
                  <a:moveTo>
                    <a:pt x="3790581" y="2878912"/>
                  </a:moveTo>
                  <a:lnTo>
                    <a:pt x="3771531" y="2878912"/>
                  </a:lnTo>
                  <a:lnTo>
                    <a:pt x="3771531" y="2936430"/>
                  </a:lnTo>
                  <a:lnTo>
                    <a:pt x="3790581" y="2936430"/>
                  </a:lnTo>
                  <a:lnTo>
                    <a:pt x="3790581" y="2878912"/>
                  </a:lnTo>
                  <a:close/>
                </a:path>
                <a:path w="3790950" h="4320540">
                  <a:moveTo>
                    <a:pt x="3790581" y="2763888"/>
                  </a:moveTo>
                  <a:lnTo>
                    <a:pt x="3771531" y="2763888"/>
                  </a:lnTo>
                  <a:lnTo>
                    <a:pt x="3771531" y="2821394"/>
                  </a:lnTo>
                  <a:lnTo>
                    <a:pt x="3790581" y="2821394"/>
                  </a:lnTo>
                  <a:lnTo>
                    <a:pt x="3790581" y="2763888"/>
                  </a:lnTo>
                  <a:close/>
                </a:path>
                <a:path w="3790950" h="4320540">
                  <a:moveTo>
                    <a:pt x="3790581" y="2648864"/>
                  </a:moveTo>
                  <a:lnTo>
                    <a:pt x="3771531" y="2648864"/>
                  </a:lnTo>
                  <a:lnTo>
                    <a:pt x="3771531" y="2706370"/>
                  </a:lnTo>
                  <a:lnTo>
                    <a:pt x="3790581" y="2706370"/>
                  </a:lnTo>
                  <a:lnTo>
                    <a:pt x="3790581" y="2648864"/>
                  </a:lnTo>
                  <a:close/>
                </a:path>
                <a:path w="3790950" h="4320540">
                  <a:moveTo>
                    <a:pt x="3790581" y="2533827"/>
                  </a:moveTo>
                  <a:lnTo>
                    <a:pt x="3771531" y="2533827"/>
                  </a:lnTo>
                  <a:lnTo>
                    <a:pt x="3771531" y="2591346"/>
                  </a:lnTo>
                  <a:lnTo>
                    <a:pt x="3790581" y="2591346"/>
                  </a:lnTo>
                  <a:lnTo>
                    <a:pt x="3790581" y="2533827"/>
                  </a:lnTo>
                  <a:close/>
                </a:path>
                <a:path w="3790950" h="4320540">
                  <a:moveTo>
                    <a:pt x="3790581" y="2418804"/>
                  </a:moveTo>
                  <a:lnTo>
                    <a:pt x="3771531" y="2418804"/>
                  </a:lnTo>
                  <a:lnTo>
                    <a:pt x="3771531" y="2476322"/>
                  </a:lnTo>
                  <a:lnTo>
                    <a:pt x="3790581" y="2476322"/>
                  </a:lnTo>
                  <a:lnTo>
                    <a:pt x="3790581" y="2418804"/>
                  </a:lnTo>
                  <a:close/>
                </a:path>
                <a:path w="3790950" h="4320540">
                  <a:moveTo>
                    <a:pt x="3790581" y="2303780"/>
                  </a:moveTo>
                  <a:lnTo>
                    <a:pt x="3771531" y="2303780"/>
                  </a:lnTo>
                  <a:lnTo>
                    <a:pt x="3771531" y="2361298"/>
                  </a:lnTo>
                  <a:lnTo>
                    <a:pt x="3790581" y="2361298"/>
                  </a:lnTo>
                  <a:lnTo>
                    <a:pt x="3790581" y="2303780"/>
                  </a:lnTo>
                  <a:close/>
                </a:path>
                <a:path w="3790950" h="4320540">
                  <a:moveTo>
                    <a:pt x="3790581" y="2188756"/>
                  </a:moveTo>
                  <a:lnTo>
                    <a:pt x="3771531" y="2188756"/>
                  </a:lnTo>
                  <a:lnTo>
                    <a:pt x="3771531" y="2246261"/>
                  </a:lnTo>
                  <a:lnTo>
                    <a:pt x="3790581" y="2246261"/>
                  </a:lnTo>
                  <a:lnTo>
                    <a:pt x="3790581" y="2188756"/>
                  </a:lnTo>
                  <a:close/>
                </a:path>
                <a:path w="3790950" h="4320540">
                  <a:moveTo>
                    <a:pt x="3790581" y="2073732"/>
                  </a:moveTo>
                  <a:lnTo>
                    <a:pt x="3771531" y="2073732"/>
                  </a:lnTo>
                  <a:lnTo>
                    <a:pt x="3771531" y="2131237"/>
                  </a:lnTo>
                  <a:lnTo>
                    <a:pt x="3790581" y="2131237"/>
                  </a:lnTo>
                  <a:lnTo>
                    <a:pt x="3790581" y="2073732"/>
                  </a:lnTo>
                  <a:close/>
                </a:path>
                <a:path w="3790950" h="4320540">
                  <a:moveTo>
                    <a:pt x="3790581" y="1958695"/>
                  </a:moveTo>
                  <a:lnTo>
                    <a:pt x="3771531" y="1958695"/>
                  </a:lnTo>
                  <a:lnTo>
                    <a:pt x="3771531" y="2016213"/>
                  </a:lnTo>
                  <a:lnTo>
                    <a:pt x="3790581" y="2016213"/>
                  </a:lnTo>
                  <a:lnTo>
                    <a:pt x="3790581" y="1958695"/>
                  </a:lnTo>
                  <a:close/>
                </a:path>
                <a:path w="3790950" h="4320540">
                  <a:moveTo>
                    <a:pt x="3790581" y="1843671"/>
                  </a:moveTo>
                  <a:lnTo>
                    <a:pt x="3771531" y="1843671"/>
                  </a:lnTo>
                  <a:lnTo>
                    <a:pt x="3771531" y="1901190"/>
                  </a:lnTo>
                  <a:lnTo>
                    <a:pt x="3790581" y="1901190"/>
                  </a:lnTo>
                  <a:lnTo>
                    <a:pt x="3790581" y="1843671"/>
                  </a:lnTo>
                  <a:close/>
                </a:path>
                <a:path w="3790950" h="4320540">
                  <a:moveTo>
                    <a:pt x="3790581" y="1728647"/>
                  </a:moveTo>
                  <a:lnTo>
                    <a:pt x="3771531" y="1728647"/>
                  </a:lnTo>
                  <a:lnTo>
                    <a:pt x="3771531" y="1786166"/>
                  </a:lnTo>
                  <a:lnTo>
                    <a:pt x="3790581" y="1786166"/>
                  </a:lnTo>
                  <a:lnTo>
                    <a:pt x="3790581" y="1728647"/>
                  </a:lnTo>
                  <a:close/>
                </a:path>
                <a:path w="3790950" h="4320540">
                  <a:moveTo>
                    <a:pt x="3790581" y="1613623"/>
                  </a:moveTo>
                  <a:lnTo>
                    <a:pt x="3771531" y="1613623"/>
                  </a:lnTo>
                  <a:lnTo>
                    <a:pt x="3771531" y="1671129"/>
                  </a:lnTo>
                  <a:lnTo>
                    <a:pt x="3790581" y="1671129"/>
                  </a:lnTo>
                  <a:lnTo>
                    <a:pt x="3790581" y="1613623"/>
                  </a:lnTo>
                  <a:close/>
                </a:path>
                <a:path w="3790950" h="4320540">
                  <a:moveTo>
                    <a:pt x="3790581" y="1498600"/>
                  </a:moveTo>
                  <a:lnTo>
                    <a:pt x="3771531" y="1498600"/>
                  </a:lnTo>
                  <a:lnTo>
                    <a:pt x="3771531" y="1556105"/>
                  </a:lnTo>
                  <a:lnTo>
                    <a:pt x="3790581" y="1556105"/>
                  </a:lnTo>
                  <a:lnTo>
                    <a:pt x="3790581" y="1498600"/>
                  </a:lnTo>
                  <a:close/>
                </a:path>
                <a:path w="3790950" h="4320540">
                  <a:moveTo>
                    <a:pt x="3790581" y="1383563"/>
                  </a:moveTo>
                  <a:lnTo>
                    <a:pt x="3771531" y="1383563"/>
                  </a:lnTo>
                  <a:lnTo>
                    <a:pt x="3771531" y="1441081"/>
                  </a:lnTo>
                  <a:lnTo>
                    <a:pt x="3790581" y="1441081"/>
                  </a:lnTo>
                  <a:lnTo>
                    <a:pt x="3790581" y="1383563"/>
                  </a:lnTo>
                  <a:close/>
                </a:path>
                <a:path w="3790950" h="4320540">
                  <a:moveTo>
                    <a:pt x="3790581" y="1268539"/>
                  </a:moveTo>
                  <a:lnTo>
                    <a:pt x="3771531" y="1268539"/>
                  </a:lnTo>
                  <a:lnTo>
                    <a:pt x="3771531" y="1326057"/>
                  </a:lnTo>
                  <a:lnTo>
                    <a:pt x="3790581" y="1326057"/>
                  </a:lnTo>
                  <a:lnTo>
                    <a:pt x="3790581" y="1268539"/>
                  </a:lnTo>
                  <a:close/>
                </a:path>
                <a:path w="3790950" h="4320540">
                  <a:moveTo>
                    <a:pt x="3790581" y="1153515"/>
                  </a:moveTo>
                  <a:lnTo>
                    <a:pt x="3771531" y="1153515"/>
                  </a:lnTo>
                  <a:lnTo>
                    <a:pt x="3771531" y="1211033"/>
                  </a:lnTo>
                  <a:lnTo>
                    <a:pt x="3790581" y="1211033"/>
                  </a:lnTo>
                  <a:lnTo>
                    <a:pt x="3790581" y="1153515"/>
                  </a:lnTo>
                  <a:close/>
                </a:path>
                <a:path w="3790950" h="4320540">
                  <a:moveTo>
                    <a:pt x="3790581" y="1038491"/>
                  </a:moveTo>
                  <a:lnTo>
                    <a:pt x="3771531" y="1038491"/>
                  </a:lnTo>
                  <a:lnTo>
                    <a:pt x="3771531" y="1095997"/>
                  </a:lnTo>
                  <a:lnTo>
                    <a:pt x="3790581" y="1095997"/>
                  </a:lnTo>
                  <a:lnTo>
                    <a:pt x="3790581" y="1038491"/>
                  </a:lnTo>
                  <a:close/>
                </a:path>
                <a:path w="3790950" h="4320540">
                  <a:moveTo>
                    <a:pt x="3790581" y="923467"/>
                  </a:moveTo>
                  <a:lnTo>
                    <a:pt x="3771531" y="923467"/>
                  </a:lnTo>
                  <a:lnTo>
                    <a:pt x="3771531" y="980973"/>
                  </a:lnTo>
                  <a:lnTo>
                    <a:pt x="3790581" y="980973"/>
                  </a:lnTo>
                  <a:lnTo>
                    <a:pt x="3790581" y="923467"/>
                  </a:lnTo>
                  <a:close/>
                </a:path>
                <a:path w="3790950" h="4320540">
                  <a:moveTo>
                    <a:pt x="3790581" y="808431"/>
                  </a:moveTo>
                  <a:lnTo>
                    <a:pt x="3771531" y="808431"/>
                  </a:lnTo>
                  <a:lnTo>
                    <a:pt x="3771531" y="865949"/>
                  </a:lnTo>
                  <a:lnTo>
                    <a:pt x="3790581" y="865949"/>
                  </a:lnTo>
                  <a:lnTo>
                    <a:pt x="3790581" y="808431"/>
                  </a:lnTo>
                  <a:close/>
                </a:path>
                <a:path w="3790950" h="4320540">
                  <a:moveTo>
                    <a:pt x="3790581" y="693407"/>
                  </a:moveTo>
                  <a:lnTo>
                    <a:pt x="3771531" y="693407"/>
                  </a:lnTo>
                  <a:lnTo>
                    <a:pt x="3771531" y="750925"/>
                  </a:lnTo>
                  <a:lnTo>
                    <a:pt x="3790581" y="750925"/>
                  </a:lnTo>
                  <a:lnTo>
                    <a:pt x="3790581" y="693407"/>
                  </a:lnTo>
                  <a:close/>
                </a:path>
                <a:path w="3790950" h="4320540">
                  <a:moveTo>
                    <a:pt x="3790581" y="578383"/>
                  </a:moveTo>
                  <a:lnTo>
                    <a:pt x="3771531" y="578383"/>
                  </a:lnTo>
                  <a:lnTo>
                    <a:pt x="3771531" y="635889"/>
                  </a:lnTo>
                  <a:lnTo>
                    <a:pt x="3790581" y="635889"/>
                  </a:lnTo>
                  <a:lnTo>
                    <a:pt x="3790581" y="578383"/>
                  </a:lnTo>
                  <a:close/>
                </a:path>
                <a:path w="3790950" h="4320540">
                  <a:moveTo>
                    <a:pt x="3790581" y="463359"/>
                  </a:moveTo>
                  <a:lnTo>
                    <a:pt x="3771531" y="463359"/>
                  </a:lnTo>
                  <a:lnTo>
                    <a:pt x="3771531" y="520865"/>
                  </a:lnTo>
                  <a:lnTo>
                    <a:pt x="3790581" y="520865"/>
                  </a:lnTo>
                  <a:lnTo>
                    <a:pt x="3790581" y="463359"/>
                  </a:lnTo>
                  <a:close/>
                </a:path>
                <a:path w="3790950" h="4320540">
                  <a:moveTo>
                    <a:pt x="3790581" y="348322"/>
                  </a:moveTo>
                  <a:lnTo>
                    <a:pt x="3771531" y="348322"/>
                  </a:lnTo>
                  <a:lnTo>
                    <a:pt x="3771531" y="405841"/>
                  </a:lnTo>
                  <a:lnTo>
                    <a:pt x="3790581" y="405841"/>
                  </a:lnTo>
                  <a:lnTo>
                    <a:pt x="3790581" y="348322"/>
                  </a:lnTo>
                  <a:close/>
                </a:path>
                <a:path w="3790950" h="4320540">
                  <a:moveTo>
                    <a:pt x="3790581" y="233299"/>
                  </a:moveTo>
                  <a:lnTo>
                    <a:pt x="3771531" y="233299"/>
                  </a:lnTo>
                  <a:lnTo>
                    <a:pt x="3771531" y="290817"/>
                  </a:lnTo>
                  <a:lnTo>
                    <a:pt x="3790581" y="290817"/>
                  </a:lnTo>
                  <a:lnTo>
                    <a:pt x="3790581" y="233299"/>
                  </a:lnTo>
                  <a:close/>
                </a:path>
                <a:path w="3790950" h="4320540">
                  <a:moveTo>
                    <a:pt x="3790581" y="118275"/>
                  </a:moveTo>
                  <a:lnTo>
                    <a:pt x="3771531" y="118275"/>
                  </a:lnTo>
                  <a:lnTo>
                    <a:pt x="3771531" y="175793"/>
                  </a:lnTo>
                  <a:lnTo>
                    <a:pt x="3790581" y="175793"/>
                  </a:lnTo>
                  <a:lnTo>
                    <a:pt x="3790581" y="118275"/>
                  </a:ln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29" name="object 5"/>
            <p:cNvPicPr/>
            <p:nvPr/>
          </p:nvPicPr>
          <p:blipFill>
            <a:blip r:embed="rId1"/>
            <a:stretch/>
          </p:blipFill>
          <p:spPr>
            <a:xfrm>
              <a:off x="7855200" y="3197160"/>
              <a:ext cx="469800" cy="4420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869400" y="797760"/>
            <a:ext cx="6562080" cy="42228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es-ES" sz="2600" b="0" u="none" spc="-113" strike="noStrike">
                <a:solidFill>
                  <a:srgbClr val="BDF264"/>
                </a:solidFill>
                <a:effectLst/>
                <a:uFillTx/>
                <a:latin typeface="Arial MT"/>
              </a:rPr>
              <a:t>EXPLOTACIÓN</a:t>
            </a:r>
            <a:r>
              <a:rPr lang="es-ES" sz="2600" b="0" u="none" spc="-71" strike="noStrike">
                <a:solidFill>
                  <a:srgbClr val="BDF264"/>
                </a:solidFill>
                <a:effectLst/>
                <a:uFillTx/>
                <a:latin typeface="Arial MT"/>
              </a:rPr>
              <a:t> FTP/</a:t>
            </a:r>
            <a:r>
              <a:rPr lang="es-ES" sz="2600" b="0" u="none" spc="-31" strike="noStrike">
                <a:solidFill>
                  <a:srgbClr val="BDF264"/>
                </a:solidFill>
                <a:effectLst/>
                <a:uFillTx/>
                <a:latin typeface="Arial MT"/>
              </a:rPr>
              <a:t>SSH: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1" name="object 7"/>
          <p:cNvSpPr/>
          <p:nvPr/>
        </p:nvSpPr>
        <p:spPr>
          <a:xfrm>
            <a:off x="7003080" y="3685320"/>
            <a:ext cx="214740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3200" rIns="0" bIns="0" anchor="t">
            <a:spAutoFit/>
          </a:bodyPr>
          <a:p>
            <a:pPr marL="273600" indent="-261720">
              <a:lnSpc>
                <a:spcPts val="1199"/>
              </a:lnSpc>
              <a:spcBef>
                <a:spcPts val="340"/>
              </a:spcBef>
              <a:tabLst>
                <a:tab pos="0" algn="l"/>
              </a:tabLst>
            </a:pPr>
            <a:r>
              <a:rPr lang="es-ES" sz="1200" b="0" u="none" strike="noStrike">
                <a:solidFill>
                  <a:srgbClr val="60A5F9"/>
                </a:solidFill>
                <a:effectLst/>
                <a:uFillTx/>
                <a:latin typeface="Arial MT"/>
              </a:rPr>
              <a:t>[Captura</a:t>
            </a:r>
            <a:r>
              <a:rPr lang="es-ES" sz="1200" b="0" u="none" spc="-31" strike="noStrike">
                <a:solidFill>
                  <a:srgbClr val="60A5F9"/>
                </a:solidFill>
                <a:effectLst/>
                <a:uFillTx/>
                <a:latin typeface="Arial MT"/>
              </a:rPr>
              <a:t> </a:t>
            </a:r>
            <a:r>
              <a:rPr lang="es-ES" sz="1200" b="0" u="none" strike="noStrike">
                <a:solidFill>
                  <a:srgbClr val="60A5F9"/>
                </a:solidFill>
                <a:effectLst/>
                <a:uFillTx/>
                <a:latin typeface="Arial MT"/>
              </a:rPr>
              <a:t>de</a:t>
            </a:r>
            <a:r>
              <a:rPr lang="es-ES" sz="1200" b="0" u="none" spc="-26" strike="noStrike">
                <a:solidFill>
                  <a:srgbClr val="60A5F9"/>
                </a:solidFill>
                <a:effectLst/>
                <a:uFillTx/>
                <a:latin typeface="Arial MT"/>
              </a:rPr>
              <a:t> </a:t>
            </a:r>
            <a:r>
              <a:rPr lang="es-ES" sz="1200" b="0" u="none" strike="noStrike">
                <a:solidFill>
                  <a:srgbClr val="60A5F9"/>
                </a:solidFill>
                <a:effectLst/>
                <a:uFillTx/>
                <a:latin typeface="Arial MT"/>
              </a:rPr>
              <a:t>Pantalla</a:t>
            </a:r>
            <a:r>
              <a:rPr lang="es-ES" sz="1200" b="0" u="none" spc="-31" strike="noStrike">
                <a:solidFill>
                  <a:srgbClr val="60A5F9"/>
                </a:solidFill>
                <a:effectLst/>
                <a:uFillTx/>
                <a:latin typeface="Arial MT"/>
              </a:rPr>
              <a:t> </a:t>
            </a:r>
            <a:r>
              <a:rPr lang="es-ES" sz="1200" b="0" u="none" spc="-11" strike="noStrike">
                <a:solidFill>
                  <a:srgbClr val="60A5F9"/>
                </a:solidFill>
                <a:effectLst/>
                <a:uFillTx/>
                <a:latin typeface="Arial MT"/>
              </a:rPr>
              <a:t>Evidencia: 18._actividad_web.png]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object 8"/>
          <p:cNvSpPr/>
          <p:nvPr/>
        </p:nvSpPr>
        <p:spPr>
          <a:xfrm>
            <a:off x="669240" y="1526040"/>
            <a:ext cx="5193000" cy="23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50760">
              <a:lnSpc>
                <a:spcPct val="100000"/>
              </a:lnSpc>
              <a:spcBef>
                <a:spcPts val="99"/>
              </a:spcBef>
            </a:pPr>
            <a:r>
              <a:rPr lang="es-ES" sz="1500" b="1" u="none" spc="-54" strike="noStrike">
                <a:solidFill>
                  <a:srgbClr val="3B82F6"/>
                </a:solidFill>
                <a:effectLst/>
                <a:uFillTx/>
                <a:latin typeface="Arial"/>
              </a:rPr>
              <a:t>ATAQUE</a:t>
            </a:r>
            <a:r>
              <a:rPr lang="es-ES" sz="1500" b="1" u="none" spc="-34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1500" b="1" u="none" strike="noStrike">
                <a:solidFill>
                  <a:srgbClr val="3B82F6"/>
                </a:solidFill>
                <a:effectLst/>
                <a:uFillTx/>
                <a:latin typeface="Arial"/>
              </a:rPr>
              <a:t>MEDIANTE</a:t>
            </a:r>
            <a:r>
              <a:rPr lang="es-ES" sz="1500" b="1" u="none" spc="-34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1500" b="1" u="none" spc="-20" strike="noStrike">
                <a:solidFill>
                  <a:srgbClr val="3B82F6"/>
                </a:solidFill>
                <a:effectLst/>
                <a:uFillTx/>
                <a:latin typeface="Arial"/>
              </a:rPr>
              <a:t>HYDRA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760">
              <a:lnSpc>
                <a:spcPts val="1100"/>
              </a:lnSpc>
              <a:spcBef>
                <a:spcPts val="1159"/>
              </a:spcBef>
            </a:pP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El</a:t>
            </a:r>
            <a:r>
              <a:rPr lang="es-ES" sz="110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análisis</a:t>
            </a:r>
            <a:r>
              <a:rPr lang="es-ES" sz="110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10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los</a:t>
            </a:r>
            <a:r>
              <a:rPr lang="es-ES" sz="110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registros</a:t>
            </a:r>
            <a:r>
              <a:rPr lang="es-ES" sz="110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10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autenticación</a:t>
            </a:r>
            <a:r>
              <a:rPr lang="es-ES" sz="110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del</a:t>
            </a:r>
            <a:r>
              <a:rPr lang="es-ES" sz="110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sistema</a:t>
            </a:r>
            <a:r>
              <a:rPr lang="es-ES" sz="110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confirmó</a:t>
            </a:r>
            <a:r>
              <a:rPr lang="es-ES" sz="110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un</a:t>
            </a:r>
            <a:r>
              <a:rPr lang="es-ES" sz="110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ataque</a:t>
            </a:r>
            <a:r>
              <a:rPr lang="es-ES" sz="110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de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fuerza</a:t>
            </a:r>
            <a:r>
              <a:rPr lang="es-ES" sz="110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bruta</a:t>
            </a:r>
            <a:r>
              <a:rPr lang="es-ES" sz="110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dirigida</a:t>
            </a:r>
            <a:r>
              <a:rPr lang="es-ES" sz="110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contra</a:t>
            </a:r>
            <a:r>
              <a:rPr lang="es-ES" sz="110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el</a:t>
            </a:r>
            <a:r>
              <a:rPr lang="es-ES" sz="110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puerto</a:t>
            </a:r>
            <a:r>
              <a:rPr lang="es-ES" sz="110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SSH: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91"/>
              </a:spcBef>
            </a:pP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7560" indent="-226800">
              <a:lnSpc>
                <a:spcPct val="100000"/>
              </a:lnSpc>
              <a:buClr>
                <a:srgbClr val="3B82F6"/>
              </a:buClr>
              <a:buFont typeface="Yu Gothic"/>
              <a:buChar char="✓"/>
              <a:tabLst>
                <a:tab pos="277560" algn="l"/>
              </a:tabLst>
            </a:pPr>
            <a:r>
              <a:rPr lang="es-ES" sz="1150" b="1" u="none" strike="noStrike">
                <a:solidFill>
                  <a:srgbClr val="93A3B8"/>
                </a:solidFill>
                <a:effectLst/>
                <a:uFillTx/>
                <a:latin typeface="Arial"/>
              </a:rPr>
              <a:t>Dirección</a:t>
            </a:r>
            <a:r>
              <a:rPr lang="es-ES" sz="1150" b="1" u="none" spc="-14" strike="noStrike">
                <a:solidFill>
                  <a:srgbClr val="93A3B8"/>
                </a:solidFill>
                <a:effectLst/>
                <a:uFillTx/>
                <a:latin typeface="Arial"/>
              </a:rPr>
              <a:t> </a:t>
            </a:r>
            <a:r>
              <a:rPr lang="es-ES" sz="1150" b="1" u="none" strike="noStrike">
                <a:solidFill>
                  <a:srgbClr val="93A3B8"/>
                </a:solidFill>
                <a:effectLst/>
                <a:uFillTx/>
                <a:latin typeface="Arial"/>
              </a:rPr>
              <a:t>IP</a:t>
            </a:r>
            <a:r>
              <a:rPr lang="es-ES" sz="1150" b="1" u="none" spc="-11" strike="noStrike">
                <a:solidFill>
                  <a:srgbClr val="93A3B8"/>
                </a:solidFill>
                <a:effectLst/>
                <a:uFillTx/>
                <a:latin typeface="Arial"/>
              </a:rPr>
              <a:t> </a:t>
            </a:r>
            <a:r>
              <a:rPr lang="es-ES" sz="1150" b="1" u="none" strike="noStrike">
                <a:solidFill>
                  <a:srgbClr val="93A3B8"/>
                </a:solidFill>
                <a:effectLst/>
                <a:uFillTx/>
                <a:latin typeface="Arial"/>
              </a:rPr>
              <a:t>Atacante:</a:t>
            </a:r>
            <a:r>
              <a:rPr lang="es-ES" sz="1150" b="1" u="none" spc="-14" strike="noStrike">
                <a:solidFill>
                  <a:srgbClr val="93A3B8"/>
                </a:solidFill>
                <a:effectLst/>
                <a:uFillTx/>
                <a:latin typeface="Arial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Identificada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 internamente</a:t>
            </a:r>
            <a:r>
              <a:rPr lang="es-ES" sz="11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como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Courier New"/>
              </a:rPr>
              <a:t>192.168.1.23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7560" indent="-226800">
              <a:lnSpc>
                <a:spcPct val="138000"/>
              </a:lnSpc>
              <a:spcBef>
                <a:spcPts val="720"/>
              </a:spcBef>
              <a:buClr>
                <a:srgbClr val="3B82F6"/>
              </a:buClr>
              <a:buFont typeface="Yu Gothic"/>
              <a:buChar char="✓"/>
              <a:tabLst>
                <a:tab pos="279360" algn="l"/>
              </a:tabLst>
            </a:pPr>
            <a:r>
              <a:rPr lang="es-ES" sz="1150" b="1" u="none" strike="noStrike">
                <a:solidFill>
                  <a:srgbClr val="93A3B8"/>
                </a:solidFill>
                <a:effectLst/>
                <a:uFillTx/>
                <a:latin typeface="Arial"/>
              </a:rPr>
              <a:t>Herramienta</a:t>
            </a:r>
            <a:r>
              <a:rPr lang="es-ES" sz="1150" b="1" u="none" spc="-11" strike="noStrike">
                <a:solidFill>
                  <a:srgbClr val="93A3B8"/>
                </a:solidFill>
                <a:effectLst/>
                <a:uFillTx/>
                <a:latin typeface="Arial"/>
              </a:rPr>
              <a:t> </a:t>
            </a:r>
            <a:r>
              <a:rPr lang="es-ES" sz="1150" b="1" u="none" strike="noStrike">
                <a:solidFill>
                  <a:srgbClr val="93A3B8"/>
                </a:solidFill>
                <a:effectLst/>
                <a:uFillTx/>
                <a:latin typeface="Arial"/>
              </a:rPr>
              <a:t>y</a:t>
            </a:r>
            <a:r>
              <a:rPr lang="es-ES" sz="1150" b="1" u="none" spc="-11" strike="noStrike">
                <a:solidFill>
                  <a:srgbClr val="93A3B8"/>
                </a:solidFill>
                <a:effectLst/>
                <a:uFillTx/>
                <a:latin typeface="Arial"/>
              </a:rPr>
              <a:t> </a:t>
            </a:r>
            <a:r>
              <a:rPr lang="es-ES" sz="1150" b="1" u="none" strike="noStrike">
                <a:solidFill>
                  <a:srgbClr val="93A3B8"/>
                </a:solidFill>
                <a:effectLst/>
                <a:uFillTx/>
                <a:latin typeface="Arial"/>
              </a:rPr>
              <a:t>Diccionario:</a:t>
            </a:r>
            <a:r>
              <a:rPr lang="es-ES" sz="1150" b="1" u="none" spc="-6" strike="noStrike">
                <a:solidFill>
                  <a:srgbClr val="93A3B8"/>
                </a:solidFill>
                <a:effectLst/>
                <a:uFillTx/>
                <a:latin typeface="Arial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Uso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 automatizado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150" b="0" u="none" spc="-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la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suite</a:t>
            </a:r>
            <a:r>
              <a:rPr lang="es-ES" sz="1150" b="0" u="none" spc="-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Hydra 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	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empleando</a:t>
            </a:r>
            <a:r>
              <a:rPr lang="es-ES" sz="11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el</a:t>
            </a:r>
            <a:r>
              <a:rPr lang="es-ES" sz="11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listado</a:t>
            </a:r>
            <a:r>
              <a:rPr lang="es-ES" sz="11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estructurado</a:t>
            </a:r>
            <a:r>
              <a:rPr lang="es-ES" sz="11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1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claves</a:t>
            </a:r>
            <a:r>
              <a:rPr lang="es-ES" sz="11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Courier New"/>
              </a:rPr>
              <a:t>RockYou.txt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7560" indent="-226800">
              <a:lnSpc>
                <a:spcPct val="138000"/>
              </a:lnSpc>
              <a:spcBef>
                <a:spcPts val="714"/>
              </a:spcBef>
              <a:buClr>
                <a:srgbClr val="3B82F6"/>
              </a:buClr>
              <a:buFont typeface="Yu Gothic"/>
              <a:buChar char="✓"/>
              <a:tabLst>
                <a:tab pos="279360" algn="l"/>
              </a:tabLst>
            </a:pPr>
            <a:r>
              <a:rPr lang="es-ES" sz="1150" b="1" u="none" strike="noStrike">
                <a:solidFill>
                  <a:srgbClr val="93A3B8"/>
                </a:solidFill>
                <a:effectLst/>
                <a:uFillTx/>
                <a:latin typeface="Arial"/>
              </a:rPr>
              <a:t>Fallo</a:t>
            </a:r>
            <a:r>
              <a:rPr lang="es-ES" sz="1150" b="1" u="none" spc="-11" strike="noStrike">
                <a:solidFill>
                  <a:srgbClr val="93A3B8"/>
                </a:solidFill>
                <a:effectLst/>
                <a:uFillTx/>
                <a:latin typeface="Arial"/>
              </a:rPr>
              <a:t> </a:t>
            </a:r>
            <a:r>
              <a:rPr lang="es-ES" sz="1150" b="1" u="none" strike="noStrike">
                <a:solidFill>
                  <a:srgbClr val="93A3B8"/>
                </a:solidFill>
                <a:effectLst/>
                <a:uFillTx/>
                <a:latin typeface="Arial"/>
              </a:rPr>
              <a:t>de</a:t>
            </a:r>
            <a:r>
              <a:rPr lang="es-ES" sz="1150" b="1" u="none" spc="-11" strike="noStrike">
                <a:solidFill>
                  <a:srgbClr val="93A3B8"/>
                </a:solidFill>
                <a:effectLst/>
                <a:uFillTx/>
                <a:latin typeface="Arial"/>
              </a:rPr>
              <a:t> </a:t>
            </a:r>
            <a:r>
              <a:rPr lang="es-ES" sz="1150" b="1" u="none" strike="noStrike">
                <a:solidFill>
                  <a:srgbClr val="93A3B8"/>
                </a:solidFill>
                <a:effectLst/>
                <a:uFillTx/>
                <a:latin typeface="Arial"/>
              </a:rPr>
              <a:t>Seguridad:</a:t>
            </a:r>
            <a:r>
              <a:rPr lang="es-ES" sz="1150" b="1" u="none" spc="-6" strike="noStrike">
                <a:solidFill>
                  <a:srgbClr val="93A3B8"/>
                </a:solidFill>
                <a:effectLst/>
                <a:uFillTx/>
                <a:latin typeface="Arial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Exposición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150" b="0" u="none" spc="-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la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cuenta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superusuario</a:t>
            </a:r>
            <a:r>
              <a:rPr lang="es-ES" sz="1150" b="0" u="none" spc="-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por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 contraseña. 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	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El</a:t>
            </a:r>
            <a:r>
              <a:rPr lang="es-ES" sz="11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atacante</a:t>
            </a:r>
            <a:r>
              <a:rPr lang="es-ES" sz="11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obtuvo</a:t>
            </a:r>
            <a:r>
              <a:rPr lang="es-ES" sz="11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acceso</a:t>
            </a:r>
            <a:r>
              <a:rPr lang="es-ES" sz="11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exitoso</a:t>
            </a:r>
            <a:r>
              <a:rPr lang="es-ES" sz="11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explotando</a:t>
            </a:r>
            <a:r>
              <a:rPr lang="es-ES" sz="11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la</a:t>
            </a:r>
            <a:r>
              <a:rPr lang="es-ES" sz="11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clave</a:t>
            </a:r>
            <a:r>
              <a:rPr lang="es-ES" sz="11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débil</a:t>
            </a:r>
            <a:r>
              <a:rPr lang="es-ES" sz="11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Courier New"/>
              </a:rPr>
              <a:t>123456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"/>
          <p:cNvPicPr/>
          <p:nvPr/>
        </p:nvPicPr>
        <p:blipFill>
          <a:blip r:embed="rId2"/>
          <a:stretch/>
        </p:blipFill>
        <p:spPr>
          <a:xfrm>
            <a:off x="5927760" y="1080000"/>
            <a:ext cx="4691880" cy="48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Pituss2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857AE0-929E-4DCB-9973-006A902DC105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object 2"/>
          <p:cNvGrpSpPr/>
          <p:nvPr/>
        </p:nvGrpSpPr>
        <p:grpSpPr>
          <a:xfrm>
            <a:off x="720000" y="2487960"/>
            <a:ext cx="5149800" cy="818280"/>
            <a:chOff x="720000" y="2487960"/>
            <a:chExt cx="5149800" cy="818280"/>
          </a:xfrm>
        </p:grpSpPr>
        <p:sp>
          <p:nvSpPr>
            <p:cNvPr id="135" name="object 3"/>
            <p:cNvSpPr/>
            <p:nvPr/>
          </p:nvSpPr>
          <p:spPr>
            <a:xfrm>
              <a:off x="720000" y="2487960"/>
              <a:ext cx="5149800" cy="818280"/>
            </a:xfrm>
            <a:custGeom>
              <a:avLst/>
              <a:gdLst>
                <a:gd name="textAreaLeft" fmla="*/ 0 w 5149800"/>
                <a:gd name="textAreaRight" fmla="*/ 5150520 w 5149800"/>
                <a:gd name="textAreaTop" fmla="*/ 0 h 818280"/>
                <a:gd name="textAreaBottom" fmla="*/ 819000 h 818280"/>
              </a:gdLst>
              <a:ahLst/>
              <a:cxnLst/>
              <a:rect l="textAreaLeft" t="textAreaTop" r="textAreaRight" b="textAreaBottom"/>
              <a:pathLst>
                <a:path w="5150485" h="819150">
                  <a:moveTo>
                    <a:pt x="5073960" y="819150"/>
                  </a:moveTo>
                  <a:lnTo>
                    <a:pt x="76200" y="819150"/>
                  </a:lnTo>
                  <a:lnTo>
                    <a:pt x="46612" y="813137"/>
                  </a:lnTo>
                  <a:lnTo>
                    <a:pt x="22383" y="796766"/>
                  </a:lnTo>
                  <a:lnTo>
                    <a:pt x="6012" y="772537"/>
                  </a:lnTo>
                  <a:lnTo>
                    <a:pt x="0" y="74295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5073960" y="0"/>
                  </a:lnTo>
                  <a:lnTo>
                    <a:pt x="5103547" y="6012"/>
                  </a:lnTo>
                  <a:lnTo>
                    <a:pt x="5127776" y="22383"/>
                  </a:lnTo>
                  <a:lnTo>
                    <a:pt x="5144147" y="46612"/>
                  </a:lnTo>
                  <a:lnTo>
                    <a:pt x="5150160" y="76200"/>
                  </a:lnTo>
                  <a:lnTo>
                    <a:pt x="5150160" y="742950"/>
                  </a:lnTo>
                  <a:lnTo>
                    <a:pt x="5144147" y="772537"/>
                  </a:lnTo>
                  <a:lnTo>
                    <a:pt x="5127776" y="796766"/>
                  </a:lnTo>
                  <a:lnTo>
                    <a:pt x="5103547" y="813137"/>
                  </a:lnTo>
                  <a:lnTo>
                    <a:pt x="5073960" y="819150"/>
                  </a:lnTo>
                  <a:close/>
                </a:path>
              </a:pathLst>
            </a:custGeom>
            <a:solidFill>
              <a:srgbClr val="0105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object 4"/>
            <p:cNvSpPr/>
            <p:nvPr/>
          </p:nvSpPr>
          <p:spPr>
            <a:xfrm>
              <a:off x="720000" y="2487960"/>
              <a:ext cx="5149800" cy="818280"/>
            </a:xfrm>
            <a:custGeom>
              <a:avLst/>
              <a:gdLst>
                <a:gd name="textAreaLeft" fmla="*/ 0 w 5149800"/>
                <a:gd name="textAreaRight" fmla="*/ 5150520 w 5149800"/>
                <a:gd name="textAreaTop" fmla="*/ 0 h 818280"/>
                <a:gd name="textAreaBottom" fmla="*/ 819000 h 818280"/>
              </a:gdLst>
              <a:ahLst/>
              <a:cxnLst/>
              <a:rect l="textAreaLeft" t="textAreaTop" r="textAreaRight" b="textAreaBottom"/>
              <a:pathLst>
                <a:path w="5150485" h="819150">
                  <a:moveTo>
                    <a:pt x="5073960" y="819150"/>
                  </a:moveTo>
                  <a:lnTo>
                    <a:pt x="76200" y="819150"/>
                  </a:lnTo>
                  <a:lnTo>
                    <a:pt x="46612" y="813137"/>
                  </a:lnTo>
                  <a:lnTo>
                    <a:pt x="22383" y="796766"/>
                  </a:lnTo>
                  <a:lnTo>
                    <a:pt x="6012" y="772537"/>
                  </a:lnTo>
                  <a:lnTo>
                    <a:pt x="0" y="74295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5073960" y="0"/>
                  </a:lnTo>
                  <a:lnTo>
                    <a:pt x="5103547" y="6012"/>
                  </a:lnTo>
                  <a:lnTo>
                    <a:pt x="5108745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742950"/>
                  </a:lnTo>
                  <a:lnTo>
                    <a:pt x="14786" y="768838"/>
                  </a:lnTo>
                  <a:lnTo>
                    <a:pt x="29110" y="790039"/>
                  </a:lnTo>
                  <a:lnTo>
                    <a:pt x="50311" y="804363"/>
                  </a:lnTo>
                  <a:lnTo>
                    <a:pt x="76200" y="809625"/>
                  </a:lnTo>
                  <a:lnTo>
                    <a:pt x="5108745" y="809625"/>
                  </a:lnTo>
                  <a:lnTo>
                    <a:pt x="5103547" y="813137"/>
                  </a:lnTo>
                  <a:lnTo>
                    <a:pt x="5073960" y="819150"/>
                  </a:lnTo>
                  <a:close/>
                </a:path>
                <a:path w="5150485" h="819150">
                  <a:moveTo>
                    <a:pt x="5108745" y="809625"/>
                  </a:moveTo>
                  <a:lnTo>
                    <a:pt x="5073960" y="809625"/>
                  </a:lnTo>
                  <a:lnTo>
                    <a:pt x="5099848" y="804363"/>
                  </a:lnTo>
                  <a:lnTo>
                    <a:pt x="5121049" y="790039"/>
                  </a:lnTo>
                  <a:lnTo>
                    <a:pt x="5135374" y="768838"/>
                  </a:lnTo>
                  <a:lnTo>
                    <a:pt x="5140635" y="742950"/>
                  </a:lnTo>
                  <a:lnTo>
                    <a:pt x="5140635" y="76200"/>
                  </a:lnTo>
                  <a:lnTo>
                    <a:pt x="5135374" y="50311"/>
                  </a:lnTo>
                  <a:lnTo>
                    <a:pt x="5121049" y="29110"/>
                  </a:lnTo>
                  <a:lnTo>
                    <a:pt x="5099848" y="14786"/>
                  </a:lnTo>
                  <a:lnTo>
                    <a:pt x="5073960" y="9525"/>
                  </a:lnTo>
                  <a:lnTo>
                    <a:pt x="5108745" y="9525"/>
                  </a:lnTo>
                  <a:lnTo>
                    <a:pt x="5127776" y="22383"/>
                  </a:lnTo>
                  <a:lnTo>
                    <a:pt x="5144147" y="46612"/>
                  </a:lnTo>
                  <a:lnTo>
                    <a:pt x="5150160" y="76200"/>
                  </a:lnTo>
                  <a:lnTo>
                    <a:pt x="5150160" y="742950"/>
                  </a:lnTo>
                  <a:lnTo>
                    <a:pt x="5144147" y="772537"/>
                  </a:lnTo>
                  <a:lnTo>
                    <a:pt x="5127776" y="796766"/>
                  </a:lnTo>
                  <a:lnTo>
                    <a:pt x="5108745" y="809625"/>
                  </a:lnTo>
                  <a:close/>
                </a:path>
              </a:pathLst>
            </a:custGeom>
            <a:solidFill>
              <a:srgbClr val="FFFFFF">
                <a:alpha val="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869400" y="797760"/>
            <a:ext cx="6476400" cy="80532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es-ES" sz="2600" b="0" u="none" spc="-60" strike="noStrike">
                <a:solidFill>
                  <a:srgbClr val="BDF264"/>
                </a:solidFill>
                <a:effectLst/>
                <a:uFillTx/>
                <a:latin typeface="Arial MT"/>
              </a:rPr>
              <a:t>COMPROMISO</a:t>
            </a:r>
            <a:r>
              <a:rPr lang="es-ES" sz="2600" b="0" u="none" spc="-99" strike="noStrike">
                <a:solidFill>
                  <a:srgbClr val="BDF264"/>
                </a:solidFill>
                <a:effectLst/>
                <a:uFillTx/>
                <a:latin typeface="Arial MT"/>
              </a:rPr>
              <a:t> </a:t>
            </a:r>
            <a:r>
              <a:rPr lang="es-ES" sz="2600" b="0" u="none" spc="-79" strike="noStrike">
                <a:solidFill>
                  <a:srgbClr val="BDF264"/>
                </a:solidFill>
                <a:effectLst/>
                <a:uFillTx/>
                <a:latin typeface="Arial MT"/>
              </a:rPr>
              <a:t>LATERAL:</a:t>
            </a:r>
            <a:r>
              <a:rPr lang="es-ES" sz="2600" b="0" u="none" spc="-99" strike="noStrike">
                <a:solidFill>
                  <a:srgbClr val="BDF264"/>
                </a:solidFill>
                <a:effectLst/>
                <a:uFillTx/>
                <a:latin typeface="Arial MT"/>
              </a:rPr>
              <a:t> </a:t>
            </a:r>
            <a:r>
              <a:rPr lang="es-ES" sz="2600" b="0" u="none" spc="-71" strike="noStrike">
                <a:solidFill>
                  <a:srgbClr val="BDF264"/>
                </a:solidFill>
                <a:effectLst/>
                <a:uFillTx/>
                <a:latin typeface="Arial MT"/>
              </a:rPr>
              <a:t>BASE</a:t>
            </a:r>
            <a:r>
              <a:rPr lang="es-ES" sz="2600" b="0" u="none" spc="-99" strike="noStrike">
                <a:solidFill>
                  <a:srgbClr val="BDF264"/>
                </a:solidFill>
                <a:effectLst/>
                <a:uFillTx/>
                <a:latin typeface="Arial MT"/>
              </a:rPr>
              <a:t> </a:t>
            </a:r>
            <a:r>
              <a:rPr lang="es-ES" sz="2600" b="0" u="none" strike="noStrike">
                <a:solidFill>
                  <a:srgbClr val="BDF264"/>
                </a:solidFill>
                <a:effectLst/>
                <a:uFillTx/>
                <a:latin typeface="Arial MT"/>
              </a:rPr>
              <a:t>DE</a:t>
            </a:r>
            <a:r>
              <a:rPr lang="es-ES" sz="2600" b="0" u="none" spc="-99" strike="noStrike">
                <a:solidFill>
                  <a:srgbClr val="BDF264"/>
                </a:solidFill>
                <a:effectLst/>
                <a:uFillTx/>
                <a:latin typeface="Arial MT"/>
              </a:rPr>
              <a:t> </a:t>
            </a:r>
            <a:r>
              <a:rPr lang="es-ES" sz="2600" b="0" u="none" spc="-71" strike="noStrike">
                <a:solidFill>
                  <a:srgbClr val="BDF264"/>
                </a:solidFill>
                <a:effectLst/>
                <a:uFillTx/>
                <a:latin typeface="Arial MT"/>
              </a:rPr>
              <a:t>DATOS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8" name="object 10"/>
          <p:cNvSpPr/>
          <p:nvPr/>
        </p:nvSpPr>
        <p:spPr>
          <a:xfrm>
            <a:off x="680400" y="1676520"/>
            <a:ext cx="5079240" cy="15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1500" b="1" u="none" strike="noStrike">
                <a:solidFill>
                  <a:srgbClr val="3B82F6"/>
                </a:solidFill>
                <a:effectLst/>
                <a:uFillTx/>
                <a:latin typeface="Arial"/>
              </a:rPr>
              <a:t>ANÁLISIS</a:t>
            </a:r>
            <a:r>
              <a:rPr lang="es-ES" sz="1500" b="1" u="none" spc="-51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1500" b="1" u="none" strike="noStrike">
                <a:solidFill>
                  <a:srgbClr val="3B82F6"/>
                </a:solidFill>
                <a:effectLst/>
                <a:uFillTx/>
                <a:latin typeface="Arial"/>
              </a:rPr>
              <a:t>DE</a:t>
            </a:r>
            <a:r>
              <a:rPr lang="es-ES" sz="1500" b="1" u="none" spc="-51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1500" b="1" u="none" strike="noStrike">
                <a:solidFill>
                  <a:srgbClr val="3B82F6"/>
                </a:solidFill>
                <a:effectLst/>
                <a:uFillTx/>
                <a:latin typeface="Arial"/>
              </a:rPr>
              <a:t>SECRETOS</a:t>
            </a:r>
            <a:r>
              <a:rPr lang="es-ES" sz="1500" b="1" u="none" spc="-51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1500" b="1" u="none" spc="-11" strike="noStrike">
                <a:solidFill>
                  <a:srgbClr val="3B82F6"/>
                </a:solidFill>
                <a:effectLst/>
                <a:uFillTx/>
                <a:latin typeface="Arial"/>
              </a:rPr>
              <a:t>EXPUESTOS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ts val="1100"/>
              </a:lnSpc>
              <a:spcBef>
                <a:spcPts val="1159"/>
              </a:spcBef>
            </a:pPr>
            <a:r>
              <a:rPr lang="es-ES" sz="110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Tras</a:t>
            </a:r>
            <a:r>
              <a:rPr lang="es-ES" sz="110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el</a:t>
            </a:r>
            <a:r>
              <a:rPr lang="es-ES" sz="110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compromiso</a:t>
            </a:r>
            <a:r>
              <a:rPr lang="es-ES" sz="110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SSH</a:t>
            </a:r>
            <a:r>
              <a:rPr lang="es-ES" sz="110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10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root,</a:t>
            </a:r>
            <a:r>
              <a:rPr lang="es-ES" sz="110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el</a:t>
            </a:r>
            <a:r>
              <a:rPr lang="es-ES" sz="110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actor</a:t>
            </a:r>
            <a:r>
              <a:rPr lang="es-ES" sz="110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10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amenaza</a:t>
            </a:r>
            <a:r>
              <a:rPr lang="es-ES" sz="110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auditó</a:t>
            </a:r>
            <a:r>
              <a:rPr lang="es-ES" sz="110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localmente</a:t>
            </a:r>
            <a:r>
              <a:rPr lang="es-ES" sz="110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los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archivos</a:t>
            </a:r>
            <a:r>
              <a:rPr lang="es-ES" sz="110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debido</a:t>
            </a:r>
            <a:r>
              <a:rPr lang="es-ES" sz="110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al</a:t>
            </a:r>
            <a:r>
              <a:rPr lang="es-ES" sz="110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fallo</a:t>
            </a:r>
            <a:r>
              <a:rPr lang="es-ES" sz="110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10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permisos</a:t>
            </a:r>
            <a:r>
              <a:rPr lang="es-ES" sz="110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777.</a:t>
            </a:r>
            <a:r>
              <a:rPr lang="es-ES" sz="110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Se</a:t>
            </a:r>
            <a:r>
              <a:rPr lang="es-ES" sz="110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localizó</a:t>
            </a:r>
            <a:r>
              <a:rPr lang="es-ES" sz="110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la</a:t>
            </a:r>
            <a:r>
              <a:rPr lang="es-ES" sz="110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fuga</a:t>
            </a:r>
            <a:r>
              <a:rPr lang="es-ES" sz="110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10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credenciales</a:t>
            </a:r>
            <a:r>
              <a:rPr lang="es-ES" sz="110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10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la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base</a:t>
            </a:r>
            <a:r>
              <a:rPr lang="es-ES" sz="1100" b="0" u="none" spc="-3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10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datos</a:t>
            </a:r>
            <a:r>
              <a:rPr lang="es-ES" sz="110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MariaDB: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29"/>
              </a:spcBef>
            </a:pP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3680">
              <a:lnSpc>
                <a:spcPct val="125000"/>
              </a:lnSpc>
            </a:pPr>
            <a:r>
              <a:rPr lang="es-ES" sz="1200" b="0" u="none" spc="-11" strike="noStrike">
                <a:solidFill>
                  <a:srgbClr val="BDF264"/>
                </a:solidFill>
                <a:effectLst/>
                <a:uFillTx/>
                <a:latin typeface="Courier New"/>
              </a:rPr>
              <a:t>define('DB_USER',</a:t>
            </a:r>
            <a:r>
              <a:rPr lang="es-ES" sz="1200" b="0" u="none" spc="-40" strike="noStrike">
                <a:solidFill>
                  <a:srgbClr val="BDF264"/>
                </a:solidFill>
                <a:effectLst/>
                <a:uFillTx/>
                <a:latin typeface="Courier New"/>
              </a:rPr>
              <a:t> </a:t>
            </a:r>
            <a:r>
              <a:rPr lang="es-ES" sz="1200" b="0" u="none" spc="-11" strike="noStrike">
                <a:solidFill>
                  <a:srgbClr val="BDF264"/>
                </a:solidFill>
                <a:effectLst/>
                <a:uFillTx/>
                <a:latin typeface="Courier New"/>
              </a:rPr>
              <a:t>'wordpressuser'); define('DB_PASSWORD',</a:t>
            </a:r>
            <a:r>
              <a:rPr lang="es-ES" sz="1200" b="0" u="none" spc="-51" strike="noStrike">
                <a:solidFill>
                  <a:srgbClr val="BDF264"/>
                </a:solidFill>
                <a:effectLst/>
                <a:uFillTx/>
                <a:latin typeface="Courier New"/>
              </a:rPr>
              <a:t> </a:t>
            </a:r>
            <a:r>
              <a:rPr lang="es-ES" sz="1200" b="0" u="none" spc="-11" strike="noStrike">
                <a:solidFill>
                  <a:srgbClr val="BDF264"/>
                </a:solidFill>
                <a:effectLst/>
                <a:uFillTx/>
                <a:latin typeface="Courier New"/>
              </a:rPr>
              <a:t>'123456');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object 11"/>
          <p:cNvSpPr/>
          <p:nvPr/>
        </p:nvSpPr>
        <p:spPr>
          <a:xfrm>
            <a:off x="707400" y="3393360"/>
            <a:ext cx="5149080" cy="64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25000"/>
              </a:lnSpc>
              <a:spcBef>
                <a:spcPts val="99"/>
              </a:spcBef>
            </a:pPr>
            <a:r>
              <a:rPr lang="es-ES" sz="1100" b="1" u="none" strike="noStrike">
                <a:solidFill>
                  <a:srgbClr val="BDF264"/>
                </a:solidFill>
                <a:effectLst/>
                <a:uFillTx/>
                <a:latin typeface="Arial"/>
              </a:rPr>
              <a:t>Efecto</a:t>
            </a:r>
            <a:r>
              <a:rPr lang="es-ES" sz="1100" b="1" u="none" spc="-20" strike="noStrike">
                <a:solidFill>
                  <a:srgbClr val="BDF264"/>
                </a:solidFill>
                <a:effectLst/>
                <a:uFillTx/>
                <a:latin typeface="Arial"/>
              </a:rPr>
              <a:t> </a:t>
            </a:r>
            <a:r>
              <a:rPr lang="es-ES" sz="1100" b="1" u="none" strike="noStrike">
                <a:solidFill>
                  <a:srgbClr val="BDF264"/>
                </a:solidFill>
                <a:effectLst/>
                <a:uFillTx/>
                <a:latin typeface="Arial"/>
              </a:rPr>
              <a:t>Colateral</a:t>
            </a:r>
            <a:r>
              <a:rPr lang="es-ES" sz="1100" b="1" u="none" spc="-14" strike="noStrike">
                <a:solidFill>
                  <a:srgbClr val="BDF264"/>
                </a:solidFill>
                <a:effectLst/>
                <a:uFillTx/>
                <a:latin typeface="Arial"/>
              </a:rPr>
              <a:t> </a:t>
            </a:r>
            <a:r>
              <a:rPr lang="es-ES" sz="1100" b="1" u="none" strike="noStrike">
                <a:solidFill>
                  <a:srgbClr val="BDF264"/>
                </a:solidFill>
                <a:effectLst/>
                <a:uFillTx/>
                <a:latin typeface="Arial"/>
              </a:rPr>
              <a:t>Crítico:</a:t>
            </a:r>
            <a:r>
              <a:rPr lang="es-ES" sz="1100" b="1" u="none" spc="-14" strike="noStrike">
                <a:solidFill>
                  <a:srgbClr val="BDF264"/>
                </a:solidFill>
                <a:effectLst/>
                <a:uFillTx/>
                <a:latin typeface="Arial"/>
              </a:rPr>
              <a:t> </a:t>
            </a:r>
            <a:r>
              <a:rPr lang="es-ES" sz="1100" b="0" u="none" strike="noStrike">
                <a:solidFill>
                  <a:srgbClr val="BDF264"/>
                </a:solidFill>
                <a:effectLst/>
                <a:uFillTx/>
                <a:latin typeface="Arial MT"/>
              </a:rPr>
              <a:t>La</a:t>
            </a:r>
            <a:r>
              <a:rPr lang="es-ES" sz="1100" b="0" u="none" spc="-14" strike="noStrike">
                <a:solidFill>
                  <a:srgbClr val="BDF264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pc="-11" strike="noStrike">
                <a:solidFill>
                  <a:srgbClr val="BDF264"/>
                </a:solidFill>
                <a:effectLst/>
                <a:uFillTx/>
                <a:latin typeface="Arial MT"/>
              </a:rPr>
              <a:t>reutilización</a:t>
            </a:r>
            <a:r>
              <a:rPr lang="es-ES" sz="1100" b="0" u="none" spc="-14" strike="noStrike">
                <a:solidFill>
                  <a:srgbClr val="BDF264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BDF264"/>
                </a:solidFill>
                <a:effectLst/>
                <a:uFillTx/>
                <a:latin typeface="Arial MT"/>
              </a:rPr>
              <a:t>e</a:t>
            </a:r>
            <a:r>
              <a:rPr lang="es-ES" sz="1100" b="0" u="none" spc="-14" strike="noStrike">
                <a:solidFill>
                  <a:srgbClr val="BDF264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BDF264"/>
                </a:solidFill>
                <a:effectLst/>
                <a:uFillTx/>
                <a:latin typeface="Arial MT"/>
              </a:rPr>
              <a:t>identidad</a:t>
            </a:r>
            <a:r>
              <a:rPr lang="es-ES" sz="1100" b="0" u="none" spc="-20" strike="noStrike">
                <a:solidFill>
                  <a:srgbClr val="BDF264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BDF264"/>
                </a:solidFill>
                <a:effectLst/>
                <a:uFillTx/>
                <a:latin typeface="Arial MT"/>
              </a:rPr>
              <a:t>de</a:t>
            </a:r>
            <a:r>
              <a:rPr lang="es-ES" sz="1100" b="0" u="none" spc="-14" strike="noStrike">
                <a:solidFill>
                  <a:srgbClr val="BDF264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BDF264"/>
                </a:solidFill>
                <a:effectLst/>
                <a:uFillTx/>
                <a:latin typeface="Arial MT"/>
              </a:rPr>
              <a:t>contraseñas</a:t>
            </a:r>
            <a:r>
              <a:rPr lang="es-ES" sz="1100" b="0" u="none" spc="-14" strike="noStrike">
                <a:solidFill>
                  <a:srgbClr val="BDF264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BDF264"/>
                </a:solidFill>
                <a:effectLst/>
                <a:uFillTx/>
                <a:latin typeface="Arial MT"/>
              </a:rPr>
              <a:t>permitió</a:t>
            </a:r>
            <a:r>
              <a:rPr lang="es-ES" sz="1100" b="0" u="none" spc="-14" strike="noStrike">
                <a:solidFill>
                  <a:srgbClr val="BDF264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pc="-26" strike="noStrike">
                <a:solidFill>
                  <a:srgbClr val="BDF264"/>
                </a:solidFill>
                <a:effectLst/>
                <a:uFillTx/>
                <a:latin typeface="Arial MT"/>
              </a:rPr>
              <a:t>el </a:t>
            </a:r>
            <a:r>
              <a:rPr lang="es-ES" sz="1100" b="0" u="none" strike="noStrike">
                <a:solidFill>
                  <a:srgbClr val="BDF264"/>
                </a:solidFill>
                <a:effectLst/>
                <a:uFillTx/>
                <a:latin typeface="Arial MT"/>
              </a:rPr>
              <a:t>acceso</a:t>
            </a:r>
            <a:r>
              <a:rPr lang="es-ES" sz="1100" b="0" u="none" spc="-31" strike="noStrike">
                <a:solidFill>
                  <a:srgbClr val="BDF264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BDF264"/>
                </a:solidFill>
                <a:effectLst/>
                <a:uFillTx/>
                <a:latin typeface="Arial MT"/>
              </a:rPr>
              <a:t>lateral</a:t>
            </a:r>
            <a:r>
              <a:rPr lang="es-ES" sz="1100" b="0" u="none" spc="-26" strike="noStrike">
                <a:solidFill>
                  <a:srgbClr val="BDF264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BDF264"/>
                </a:solidFill>
                <a:effectLst/>
                <a:uFillTx/>
                <a:latin typeface="Arial MT"/>
              </a:rPr>
              <a:t>y</a:t>
            </a:r>
            <a:r>
              <a:rPr lang="es-ES" sz="1100" b="0" u="none" spc="-26" strike="noStrike">
                <a:solidFill>
                  <a:srgbClr val="BDF264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BDF264"/>
                </a:solidFill>
                <a:effectLst/>
                <a:uFillTx/>
                <a:latin typeface="Arial MT"/>
              </a:rPr>
              <a:t>la</a:t>
            </a:r>
            <a:r>
              <a:rPr lang="es-ES" sz="1100" b="0" u="none" spc="-26" strike="noStrike">
                <a:solidFill>
                  <a:srgbClr val="BDF264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BDF264"/>
                </a:solidFill>
                <a:effectLst/>
                <a:uFillTx/>
                <a:latin typeface="Arial MT"/>
              </a:rPr>
              <a:t>extracción</a:t>
            </a:r>
            <a:r>
              <a:rPr lang="es-ES" sz="1100" b="0" u="none" spc="-26" strike="noStrike">
                <a:solidFill>
                  <a:srgbClr val="BDF264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BDF264"/>
                </a:solidFill>
                <a:effectLst/>
                <a:uFillTx/>
                <a:latin typeface="Arial MT"/>
              </a:rPr>
              <a:t>completa</a:t>
            </a:r>
            <a:r>
              <a:rPr lang="es-ES" sz="1100" b="0" u="none" spc="-26" strike="noStrike">
                <a:solidFill>
                  <a:srgbClr val="BDF264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BDF264"/>
                </a:solidFill>
                <a:effectLst/>
                <a:uFillTx/>
                <a:latin typeface="Arial MT"/>
              </a:rPr>
              <a:t>de</a:t>
            </a:r>
            <a:r>
              <a:rPr lang="es-ES" sz="1100" b="0" u="none" spc="-26" strike="noStrike">
                <a:solidFill>
                  <a:srgbClr val="BDF264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BDF264"/>
                </a:solidFill>
                <a:effectLst/>
                <a:uFillTx/>
                <a:latin typeface="Arial MT"/>
              </a:rPr>
              <a:t>los</a:t>
            </a:r>
            <a:r>
              <a:rPr lang="es-ES" sz="1100" b="0" u="none" spc="-26" strike="noStrike">
                <a:solidFill>
                  <a:srgbClr val="BDF264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pc="-11" strike="noStrike">
                <a:solidFill>
                  <a:srgbClr val="BDF264"/>
                </a:solidFill>
                <a:effectLst/>
                <a:uFillTx/>
                <a:latin typeface="Arial MT"/>
              </a:rPr>
              <a:t>repositorios</a:t>
            </a:r>
            <a:r>
              <a:rPr lang="es-ES" sz="1100" b="0" u="none" spc="-26" strike="noStrike">
                <a:solidFill>
                  <a:srgbClr val="BDF264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BDF264"/>
                </a:solidFill>
                <a:effectLst/>
                <a:uFillTx/>
                <a:latin typeface="Arial MT"/>
              </a:rPr>
              <a:t>de</a:t>
            </a:r>
            <a:r>
              <a:rPr lang="es-ES" sz="1100" b="0" u="none" spc="-26" strike="noStrike">
                <a:solidFill>
                  <a:srgbClr val="BDF264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BDF264"/>
                </a:solidFill>
                <a:effectLst/>
                <a:uFillTx/>
                <a:latin typeface="Arial MT"/>
              </a:rPr>
              <a:t>datos</a:t>
            </a:r>
            <a:r>
              <a:rPr lang="es-ES" sz="1100" b="0" u="none" spc="-26" strike="noStrike">
                <a:solidFill>
                  <a:srgbClr val="BDF264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BDF264"/>
                </a:solidFill>
                <a:effectLst/>
                <a:uFillTx/>
                <a:latin typeface="Arial MT"/>
              </a:rPr>
              <a:t>corporativos</a:t>
            </a:r>
            <a:r>
              <a:rPr lang="es-ES" sz="1100" b="0" u="none" spc="-26" strike="noStrike">
                <a:solidFill>
                  <a:srgbClr val="BDF264"/>
                </a:solidFill>
                <a:effectLst/>
                <a:uFillTx/>
                <a:latin typeface="Arial MT"/>
              </a:rPr>
              <a:t> en </a:t>
            </a:r>
            <a:r>
              <a:rPr lang="es-ES" sz="1100" b="0" u="none" strike="noStrike">
                <a:solidFill>
                  <a:srgbClr val="BDF264"/>
                </a:solidFill>
                <a:effectLst/>
                <a:uFillTx/>
                <a:latin typeface="Arial MT"/>
              </a:rPr>
              <a:t>MariaDB</a:t>
            </a:r>
            <a:r>
              <a:rPr lang="es-ES" sz="1100" b="0" u="none" spc="-26" strike="noStrike">
                <a:solidFill>
                  <a:srgbClr val="BDF264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BDF264"/>
                </a:solidFill>
                <a:effectLst/>
                <a:uFillTx/>
                <a:latin typeface="Arial MT"/>
              </a:rPr>
              <a:t>de</a:t>
            </a:r>
            <a:r>
              <a:rPr lang="es-ES" sz="1100" b="0" u="none" spc="-20" strike="noStrike">
                <a:solidFill>
                  <a:srgbClr val="BDF264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BDF264"/>
                </a:solidFill>
                <a:effectLst/>
                <a:uFillTx/>
                <a:latin typeface="Arial MT"/>
              </a:rPr>
              <a:t>manera</a:t>
            </a:r>
            <a:r>
              <a:rPr lang="es-ES" sz="1100" b="0" u="none" spc="-26" strike="noStrike">
                <a:solidFill>
                  <a:srgbClr val="BDF264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pc="-11" strike="noStrike">
                <a:solidFill>
                  <a:srgbClr val="BDF264"/>
                </a:solidFill>
                <a:effectLst/>
                <a:uFillTx/>
                <a:latin typeface="Arial MT"/>
              </a:rPr>
              <a:t>inmediata.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Pituss2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6C6DD3-6D78-4F7D-91DF-CFCC99A829FF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object 2"/>
          <p:cNvSpPr/>
          <p:nvPr/>
        </p:nvSpPr>
        <p:spPr>
          <a:xfrm>
            <a:off x="3420000" y="1260000"/>
            <a:ext cx="359964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1300" b="1" u="none" strike="noStrike">
                <a:solidFill>
                  <a:srgbClr val="3B82F6"/>
                </a:solidFill>
                <a:effectLst/>
                <a:uFillTx/>
                <a:latin typeface="Arial"/>
              </a:rPr>
              <a:t>   </a:t>
            </a:r>
            <a:r>
              <a:rPr lang="es-ES" sz="2000" b="1" u="none" strike="noStrike">
                <a:solidFill>
                  <a:srgbClr val="3B82F6"/>
                </a:solidFill>
                <a:effectLst/>
                <a:uFillTx/>
                <a:latin typeface="Arial"/>
              </a:rPr>
              <a:t>      R</a:t>
            </a:r>
            <a:r>
              <a:rPr lang="es-ES" sz="2000" b="1" u="none" spc="-139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2000" b="1" u="none" strike="noStrike">
                <a:solidFill>
                  <a:srgbClr val="3B82F6"/>
                </a:solidFill>
                <a:effectLst/>
                <a:uFillTx/>
                <a:latin typeface="Arial"/>
              </a:rPr>
              <a:t>E</a:t>
            </a:r>
            <a:r>
              <a:rPr lang="es-ES" sz="2000" b="1" u="none" spc="-139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2000" b="1" u="none" spc="-20" strike="noStrike">
                <a:solidFill>
                  <a:srgbClr val="3B82F6"/>
                </a:solidFill>
                <a:effectLst/>
                <a:uFillTx/>
                <a:latin typeface="Arial"/>
              </a:rPr>
              <a:t>M</a:t>
            </a:r>
            <a:r>
              <a:rPr lang="es-ES" sz="2000" b="1" u="none" spc="-136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2000" b="1" u="none" strike="noStrike">
                <a:solidFill>
                  <a:srgbClr val="3B82F6"/>
                </a:solidFill>
                <a:effectLst/>
                <a:uFillTx/>
                <a:latin typeface="Arial"/>
              </a:rPr>
              <a:t>E</a:t>
            </a:r>
            <a:r>
              <a:rPr lang="es-ES" sz="2000" b="1" u="none" spc="-139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2000" b="1" u="none" strike="noStrike">
                <a:solidFill>
                  <a:srgbClr val="3B82F6"/>
                </a:solidFill>
                <a:effectLst/>
                <a:uFillTx/>
                <a:latin typeface="Arial"/>
              </a:rPr>
              <a:t>D</a:t>
            </a:r>
            <a:r>
              <a:rPr lang="es-ES" sz="2000" b="1" u="none" spc="-139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2000" b="1" u="none" spc="-11" strike="noStrike">
                <a:solidFill>
                  <a:srgbClr val="3B82F6"/>
                </a:solidFill>
                <a:effectLst/>
                <a:uFillTx/>
                <a:latin typeface="Arial"/>
              </a:rPr>
              <a:t>I</a:t>
            </a:r>
            <a:r>
              <a:rPr lang="es-ES" sz="2000" b="1" u="none" spc="-145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2000" b="1" u="none" strike="noStrike">
                <a:solidFill>
                  <a:srgbClr val="3B82F6"/>
                </a:solidFill>
                <a:effectLst/>
                <a:uFillTx/>
                <a:latin typeface="Arial"/>
              </a:rPr>
              <a:t>A</a:t>
            </a:r>
            <a:r>
              <a:rPr lang="es-ES" sz="2000" b="1" u="none" spc="-190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2000" b="1" u="none" strike="noStrike">
                <a:solidFill>
                  <a:srgbClr val="3B82F6"/>
                </a:solidFill>
                <a:effectLst/>
                <a:uFillTx/>
                <a:latin typeface="Arial"/>
              </a:rPr>
              <a:t>C</a:t>
            </a:r>
            <a:r>
              <a:rPr lang="es-ES" sz="2000" b="1" u="none" spc="-139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2000" b="1" u="none" spc="-11" strike="noStrike">
                <a:solidFill>
                  <a:srgbClr val="3B82F6"/>
                </a:solidFill>
                <a:effectLst/>
                <a:uFillTx/>
                <a:latin typeface="Arial"/>
              </a:rPr>
              <a:t>I</a:t>
            </a:r>
            <a:r>
              <a:rPr lang="es-ES" sz="2000" b="1" u="none" spc="-136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2000" b="1" u="none" spc="-20" strike="noStrike">
                <a:solidFill>
                  <a:srgbClr val="3B82F6"/>
                </a:solidFill>
                <a:effectLst/>
                <a:uFillTx/>
                <a:latin typeface="Arial"/>
              </a:rPr>
              <a:t>Ó</a:t>
            </a:r>
            <a:r>
              <a:rPr lang="es-ES" sz="2000" b="1" u="none" spc="-139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2000" b="1" u="none" strike="noStrike">
                <a:solidFill>
                  <a:srgbClr val="3B82F6"/>
                </a:solidFill>
                <a:effectLst/>
                <a:uFillTx/>
                <a:latin typeface="Arial"/>
              </a:rPr>
              <a:t>N</a:t>
            </a:r>
            <a:r>
              <a:rPr lang="es-ES" sz="2000" b="1" u="none" spc="451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2000" b="1" u="none" spc="451" strike="noStrike">
                <a:solidFill>
                  <a:srgbClr val="3B82F6"/>
                </a:solidFill>
                <a:effectLst/>
                <a:uFillTx/>
                <a:latin typeface="Arial"/>
              </a:rPr>
              <a:t>           </a:t>
            </a:r>
            <a:r>
              <a:rPr lang="es-ES" sz="2000" b="1" u="none" strike="noStrike">
                <a:solidFill>
                  <a:srgbClr val="3B82F6"/>
                </a:solidFill>
                <a:effectLst/>
                <a:uFillTx/>
                <a:latin typeface="Arial"/>
              </a:rPr>
              <a:t>Y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2000" b="1" u="none" strike="noStrike">
                <a:solidFill>
                  <a:srgbClr val="3B82F6"/>
                </a:solidFill>
                <a:effectLst/>
                <a:uFillTx/>
                <a:latin typeface="Arial"/>
              </a:rPr>
              <a:t>           B</a:t>
            </a:r>
            <a:r>
              <a:rPr lang="es-ES" sz="2000" b="1" u="none" spc="-139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2000" b="1" u="none" spc="-11" strike="noStrike">
                <a:solidFill>
                  <a:srgbClr val="3B82F6"/>
                </a:solidFill>
                <a:effectLst/>
                <a:uFillTx/>
                <a:latin typeface="Arial"/>
              </a:rPr>
              <a:t>L</a:t>
            </a:r>
            <a:r>
              <a:rPr lang="es-ES" sz="2000" b="1" u="none" spc="-139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2000" b="1" u="none" spc="-11" strike="noStrike">
                <a:solidFill>
                  <a:srgbClr val="3B82F6"/>
                </a:solidFill>
                <a:effectLst/>
                <a:uFillTx/>
                <a:latin typeface="Arial"/>
              </a:rPr>
              <a:t>I</a:t>
            </a:r>
            <a:r>
              <a:rPr lang="es-ES" sz="2000" b="1" u="none" spc="-136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2000" b="1" u="none" strike="noStrike">
                <a:solidFill>
                  <a:srgbClr val="3B82F6"/>
                </a:solidFill>
                <a:effectLst/>
                <a:uFillTx/>
                <a:latin typeface="Arial"/>
              </a:rPr>
              <a:t>N</a:t>
            </a:r>
            <a:r>
              <a:rPr lang="es-ES" sz="2000" b="1" u="none" spc="-139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2000" b="1" u="none" strike="noStrike">
                <a:solidFill>
                  <a:srgbClr val="3B82F6"/>
                </a:solidFill>
                <a:effectLst/>
                <a:uFillTx/>
                <a:latin typeface="Arial"/>
              </a:rPr>
              <a:t>D</a:t>
            </a:r>
            <a:r>
              <a:rPr lang="es-ES" sz="2000" b="1" u="none" spc="-190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2000" b="1" u="none" strike="noStrike">
                <a:solidFill>
                  <a:srgbClr val="3B82F6"/>
                </a:solidFill>
                <a:effectLst/>
                <a:uFillTx/>
                <a:latin typeface="Arial"/>
              </a:rPr>
              <a:t>A</a:t>
            </a:r>
            <a:r>
              <a:rPr lang="es-ES" sz="2000" b="1" u="none" spc="-145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2000" b="1" u="none" spc="-11" strike="noStrike">
                <a:solidFill>
                  <a:srgbClr val="3B82F6"/>
                </a:solidFill>
                <a:effectLst/>
                <a:uFillTx/>
                <a:latin typeface="Arial"/>
              </a:rPr>
              <a:t>J</a:t>
            </a:r>
            <a:r>
              <a:rPr lang="es-ES" sz="2000" b="1" u="none" spc="-139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2000" b="1" u="none" spc="-51" strike="noStrike">
                <a:solidFill>
                  <a:srgbClr val="3B82F6"/>
                </a:solidFill>
                <a:effectLst/>
                <a:uFillTx/>
                <a:latin typeface="Arial"/>
              </a:rPr>
              <a:t>E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3780000" y="2520000"/>
            <a:ext cx="4269600" cy="116892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es-ES" sz="3200" b="1" u="none" strike="noStrike">
                <a:solidFill>
                  <a:srgbClr val="00B4B4"/>
                </a:solidFill>
                <a:effectLst/>
                <a:uFillTx/>
                <a:latin typeface="Arial"/>
              </a:rPr>
              <a:t>02.</a:t>
            </a:r>
            <a:r>
              <a:rPr lang="es-ES" sz="3200" b="1" u="none" spc="-26" strike="noStrike">
                <a:solidFill>
                  <a:srgbClr val="00B4B4"/>
                </a:solidFill>
                <a:effectLst/>
                <a:uFillTx/>
                <a:latin typeface="Arial"/>
              </a:rPr>
              <a:t> </a:t>
            </a:r>
            <a:r>
              <a:rPr lang="es-ES" sz="3200" b="1" u="none" strike="noStrike">
                <a:solidFill>
                  <a:srgbClr val="00B4B4"/>
                </a:solidFill>
                <a:effectLst/>
                <a:uFillTx/>
                <a:latin typeface="Arial"/>
              </a:rPr>
              <a:t>Plan</a:t>
            </a:r>
            <a:r>
              <a:rPr lang="es-ES" sz="3200" b="1" u="none" spc="-20" strike="noStrike">
                <a:solidFill>
                  <a:srgbClr val="00B4B4"/>
                </a:solidFill>
                <a:effectLst/>
                <a:uFillTx/>
                <a:latin typeface="Arial"/>
              </a:rPr>
              <a:t> </a:t>
            </a:r>
            <a:br>
              <a:rPr sz="3200"/>
            </a:br>
            <a:r>
              <a:rPr lang="es-ES" sz="3200" b="1" u="none" strike="noStrike">
                <a:solidFill>
                  <a:srgbClr val="00B4B4"/>
                </a:solidFill>
                <a:effectLst/>
                <a:uFillTx/>
                <a:latin typeface="Arial"/>
              </a:rPr>
              <a:t>de</a:t>
            </a:r>
            <a:r>
              <a:rPr lang="es-ES" sz="3200" b="1" u="none" spc="-20" strike="noStrike">
                <a:solidFill>
                  <a:srgbClr val="00B4B4"/>
                </a:solidFill>
                <a:effectLst/>
                <a:uFillTx/>
                <a:latin typeface="Arial"/>
              </a:rPr>
              <a:t> </a:t>
            </a:r>
            <a:r>
              <a:rPr lang="es-ES" sz="3200" b="1" u="none" spc="-11" strike="noStrike">
                <a:solidFill>
                  <a:srgbClr val="00B4B4"/>
                </a:solidFill>
                <a:effectLst/>
                <a:uFillTx/>
                <a:latin typeface="Arial"/>
              </a:rPr>
              <a:t>protección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2" name="object 4"/>
          <p:cNvSpPr/>
          <p:nvPr/>
        </p:nvSpPr>
        <p:spPr>
          <a:xfrm>
            <a:off x="2880000" y="4140000"/>
            <a:ext cx="514728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3200" rIns="0" bIns="0" anchor="t">
            <a:spAutoFit/>
          </a:bodyPr>
          <a:p>
            <a:pPr marL="1086480" indent="-1074600">
              <a:lnSpc>
                <a:spcPts val="1199"/>
              </a:lnSpc>
              <a:spcBef>
                <a:spcPts val="340"/>
              </a:spcBef>
              <a:tabLst>
                <a:tab pos="0" algn="l"/>
              </a:tabLst>
            </a:pPr>
            <a:r>
              <a:rPr lang="es-ES" sz="1200" b="0" u="none" strike="noStrike">
                <a:solidFill>
                  <a:srgbClr val="64748A"/>
                </a:solidFill>
                <a:effectLst/>
                <a:uFillTx/>
                <a:latin typeface="Arial MT"/>
              </a:rPr>
              <a:t>Implementación</a:t>
            </a:r>
            <a:r>
              <a:rPr lang="es-ES" sz="1200" b="0" u="none" spc="-20" strike="noStrike">
                <a:solidFill>
                  <a:srgbClr val="64748A"/>
                </a:solidFill>
                <a:effectLst/>
                <a:uFillTx/>
                <a:latin typeface="Arial MT"/>
              </a:rPr>
              <a:t> </a:t>
            </a:r>
            <a:r>
              <a:rPr lang="es-ES" sz="1200" b="0" u="none" strike="noStrike">
                <a:solidFill>
                  <a:srgbClr val="64748A"/>
                </a:solidFill>
                <a:effectLst/>
                <a:uFillTx/>
                <a:latin typeface="Arial MT"/>
              </a:rPr>
              <a:t>inmediata</a:t>
            </a:r>
            <a:r>
              <a:rPr lang="es-ES" sz="1200" b="0" u="none" spc="-20" strike="noStrike">
                <a:solidFill>
                  <a:srgbClr val="64748A"/>
                </a:solidFill>
                <a:effectLst/>
                <a:uFillTx/>
                <a:latin typeface="Arial MT"/>
              </a:rPr>
              <a:t> </a:t>
            </a:r>
            <a:r>
              <a:rPr lang="es-ES" sz="1200" b="0" u="none" strike="noStrike">
                <a:solidFill>
                  <a:srgbClr val="64748A"/>
                </a:solidFill>
                <a:effectLst/>
                <a:uFillTx/>
                <a:latin typeface="Arial MT"/>
              </a:rPr>
              <a:t>de</a:t>
            </a:r>
            <a:r>
              <a:rPr lang="es-ES" sz="1200" b="0" u="none" spc="-14" strike="noStrike">
                <a:solidFill>
                  <a:srgbClr val="64748A"/>
                </a:solidFill>
                <a:effectLst/>
                <a:uFillTx/>
                <a:latin typeface="Arial MT"/>
              </a:rPr>
              <a:t> </a:t>
            </a:r>
            <a:r>
              <a:rPr lang="es-ES" sz="1200" b="0" u="none" strike="noStrike">
                <a:solidFill>
                  <a:srgbClr val="64748A"/>
                </a:solidFill>
                <a:effectLst/>
                <a:uFillTx/>
                <a:latin typeface="Arial MT"/>
              </a:rPr>
              <a:t>directivas</a:t>
            </a:r>
            <a:r>
              <a:rPr lang="es-ES" sz="1200" b="0" u="none" spc="-20" strike="noStrike">
                <a:solidFill>
                  <a:srgbClr val="64748A"/>
                </a:solidFill>
                <a:effectLst/>
                <a:uFillTx/>
                <a:latin typeface="Arial MT"/>
              </a:rPr>
              <a:t> </a:t>
            </a:r>
            <a:r>
              <a:rPr lang="es-ES" sz="1200" b="0" u="none" strike="noStrike">
                <a:solidFill>
                  <a:srgbClr val="64748A"/>
                </a:solidFill>
                <a:effectLst/>
                <a:uFillTx/>
                <a:latin typeface="Arial MT"/>
              </a:rPr>
              <a:t>técnicas</a:t>
            </a:r>
            <a:r>
              <a:rPr lang="es-ES" sz="1200" b="0" u="none" spc="-14" strike="noStrike">
                <a:solidFill>
                  <a:srgbClr val="64748A"/>
                </a:solidFill>
                <a:effectLst/>
                <a:uFillTx/>
                <a:latin typeface="Arial MT"/>
              </a:rPr>
              <a:t> </a:t>
            </a:r>
            <a:r>
              <a:rPr lang="es-ES" sz="1200" b="0" u="none" strike="noStrike">
                <a:solidFill>
                  <a:srgbClr val="64748A"/>
                </a:solidFill>
                <a:effectLst/>
                <a:uFillTx/>
                <a:latin typeface="Arial MT"/>
              </a:rPr>
              <a:t>de</a:t>
            </a:r>
            <a:r>
              <a:rPr lang="es-ES" sz="1200" b="0" u="none" spc="-20" strike="noStrike">
                <a:solidFill>
                  <a:srgbClr val="64748A"/>
                </a:solidFill>
                <a:effectLst/>
                <a:uFillTx/>
                <a:latin typeface="Arial MT"/>
              </a:rPr>
              <a:t> </a:t>
            </a:r>
            <a:r>
              <a:rPr lang="es-ES" sz="1200" b="0" u="none" strike="noStrike">
                <a:solidFill>
                  <a:srgbClr val="64748A"/>
                </a:solidFill>
                <a:effectLst/>
                <a:uFillTx/>
                <a:latin typeface="Arial MT"/>
              </a:rPr>
              <a:t>defensa</a:t>
            </a:r>
            <a:r>
              <a:rPr lang="es-ES" sz="1200" b="0" u="none" spc="-14" strike="noStrike">
                <a:solidFill>
                  <a:srgbClr val="64748A"/>
                </a:solidFill>
                <a:effectLst/>
                <a:uFillTx/>
                <a:latin typeface="Arial MT"/>
              </a:rPr>
              <a:t> </a:t>
            </a:r>
            <a:r>
              <a:rPr lang="es-ES" sz="1200" b="0" u="none" strike="noStrike">
                <a:solidFill>
                  <a:srgbClr val="64748A"/>
                </a:solidFill>
                <a:effectLst/>
                <a:uFillTx/>
                <a:latin typeface="Arial MT"/>
              </a:rPr>
              <a:t>en</a:t>
            </a:r>
            <a:r>
              <a:rPr lang="es-ES" sz="1200" b="0" u="none" spc="-20" strike="noStrike">
                <a:solidFill>
                  <a:srgbClr val="64748A"/>
                </a:solidFill>
                <a:effectLst/>
                <a:uFillTx/>
                <a:latin typeface="Arial MT"/>
              </a:rPr>
              <a:t> </a:t>
            </a:r>
            <a:r>
              <a:rPr lang="es-ES" sz="1200" b="0" u="none" spc="-11" strike="noStrike">
                <a:solidFill>
                  <a:srgbClr val="64748A"/>
                </a:solidFill>
                <a:effectLst/>
                <a:uFillTx/>
                <a:latin typeface="Arial MT"/>
              </a:rPr>
              <a:t>profundidad </a:t>
            </a:r>
            <a:r>
              <a:rPr lang="es-ES" sz="1200" b="0" u="none" strike="noStrike">
                <a:solidFill>
                  <a:srgbClr val="64748A"/>
                </a:solidFill>
                <a:effectLst/>
                <a:uFillTx/>
                <a:latin typeface="Arial MT"/>
              </a:rPr>
              <a:t>para</a:t>
            </a:r>
            <a:r>
              <a:rPr lang="es-ES" sz="1200" b="0" u="none" spc="-20" strike="noStrike">
                <a:solidFill>
                  <a:srgbClr val="64748A"/>
                </a:solidFill>
                <a:effectLst/>
                <a:uFillTx/>
                <a:latin typeface="Arial MT"/>
              </a:rPr>
              <a:t> </a:t>
            </a:r>
            <a:r>
              <a:rPr lang="es-ES" sz="1200" b="0" u="none" strike="noStrike">
                <a:solidFill>
                  <a:srgbClr val="64748A"/>
                </a:solidFill>
                <a:effectLst/>
                <a:uFillTx/>
                <a:latin typeface="Arial MT"/>
              </a:rPr>
              <a:t>mitigar</a:t>
            </a:r>
            <a:r>
              <a:rPr lang="es-ES" sz="1200" b="0" u="none" spc="-20" strike="noStrike">
                <a:solidFill>
                  <a:srgbClr val="64748A"/>
                </a:solidFill>
                <a:effectLst/>
                <a:uFillTx/>
                <a:latin typeface="Arial MT"/>
              </a:rPr>
              <a:t> </a:t>
            </a:r>
            <a:r>
              <a:rPr lang="es-ES" sz="1200" b="0" u="none" strike="noStrike">
                <a:solidFill>
                  <a:srgbClr val="64748A"/>
                </a:solidFill>
                <a:effectLst/>
                <a:uFillTx/>
                <a:latin typeface="Arial MT"/>
              </a:rPr>
              <a:t>de</a:t>
            </a:r>
            <a:r>
              <a:rPr lang="es-ES" sz="1200" b="0" u="none" spc="-20" strike="noStrike">
                <a:solidFill>
                  <a:srgbClr val="64748A"/>
                </a:solidFill>
                <a:effectLst/>
                <a:uFillTx/>
                <a:latin typeface="Arial MT"/>
              </a:rPr>
              <a:t> </a:t>
            </a:r>
            <a:r>
              <a:rPr lang="es-ES" sz="1200" b="0" u="none" strike="noStrike">
                <a:solidFill>
                  <a:srgbClr val="64748A"/>
                </a:solidFill>
                <a:effectLst/>
                <a:uFillTx/>
                <a:latin typeface="Arial MT"/>
              </a:rPr>
              <a:t>raíz</a:t>
            </a:r>
            <a:r>
              <a:rPr lang="es-ES" sz="1200" b="0" u="none" spc="-14" strike="noStrike">
                <a:solidFill>
                  <a:srgbClr val="64748A"/>
                </a:solidFill>
                <a:effectLst/>
                <a:uFillTx/>
                <a:latin typeface="Arial MT"/>
              </a:rPr>
              <a:t> </a:t>
            </a:r>
            <a:r>
              <a:rPr lang="es-ES" sz="1200" b="0" u="none" strike="noStrike">
                <a:solidFill>
                  <a:srgbClr val="64748A"/>
                </a:solidFill>
                <a:effectLst/>
                <a:uFillTx/>
                <a:latin typeface="Arial MT"/>
              </a:rPr>
              <a:t>los</a:t>
            </a:r>
            <a:r>
              <a:rPr lang="es-ES" sz="1200" b="0" u="none" spc="-20" strike="noStrike">
                <a:solidFill>
                  <a:srgbClr val="64748A"/>
                </a:solidFill>
                <a:effectLst/>
                <a:uFillTx/>
                <a:latin typeface="Arial MT"/>
              </a:rPr>
              <a:t> </a:t>
            </a:r>
            <a:r>
              <a:rPr lang="es-ES" sz="1200" b="0" u="none" strike="noStrike">
                <a:solidFill>
                  <a:srgbClr val="64748A"/>
                </a:solidFill>
                <a:effectLst/>
                <a:uFillTx/>
                <a:latin typeface="Arial MT"/>
              </a:rPr>
              <a:t>vectores</a:t>
            </a:r>
            <a:r>
              <a:rPr lang="es-ES" sz="1200" b="0" u="none" spc="-20" strike="noStrike">
                <a:solidFill>
                  <a:srgbClr val="64748A"/>
                </a:solidFill>
                <a:effectLst/>
                <a:uFillTx/>
                <a:latin typeface="Arial MT"/>
              </a:rPr>
              <a:t> </a:t>
            </a:r>
            <a:r>
              <a:rPr lang="es-ES" sz="1200" b="0" u="none" spc="-11" strike="noStrike">
                <a:solidFill>
                  <a:srgbClr val="64748A"/>
                </a:solidFill>
                <a:effectLst/>
                <a:uFillTx/>
                <a:latin typeface="Arial MT"/>
              </a:rPr>
              <a:t>explotados.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Pituss2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690EF0F-CABE-43BE-93D8-6933BE25EFFE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object 2"/>
          <p:cNvGrpSpPr/>
          <p:nvPr/>
        </p:nvGrpSpPr>
        <p:grpSpPr>
          <a:xfrm>
            <a:off x="720000" y="1590120"/>
            <a:ext cx="4409280" cy="4499640"/>
            <a:chOff x="720000" y="1590120"/>
            <a:chExt cx="4409280" cy="4499640"/>
          </a:xfrm>
        </p:grpSpPr>
        <p:sp>
          <p:nvSpPr>
            <p:cNvPr id="144" name="object 3"/>
            <p:cNvSpPr/>
            <p:nvPr/>
          </p:nvSpPr>
          <p:spPr>
            <a:xfrm>
              <a:off x="720000" y="1590120"/>
              <a:ext cx="4409280" cy="4499640"/>
            </a:xfrm>
            <a:custGeom>
              <a:avLst/>
              <a:gdLst>
                <a:gd name="textAreaLeft" fmla="*/ 0 w 4409280"/>
                <a:gd name="textAreaRight" fmla="*/ 4410000 w 4409280"/>
                <a:gd name="textAreaTop" fmla="*/ 0 h 4499640"/>
                <a:gd name="textAreaBottom" fmla="*/ 4500360 h 4499640"/>
              </a:gdLst>
              <a:ahLst/>
              <a:cxnLst/>
              <a:rect l="textAreaLeft" t="textAreaTop" r="textAreaRight" b="textAreaBottom"/>
              <a:pathLst>
                <a:path w="4410075" h="4500245">
                  <a:moveTo>
                    <a:pt x="4295700" y="4500000"/>
                  </a:moveTo>
                  <a:lnTo>
                    <a:pt x="114300" y="4500000"/>
                  </a:lnTo>
                  <a:lnTo>
                    <a:pt x="69919" y="4490981"/>
                  </a:lnTo>
                  <a:lnTo>
                    <a:pt x="33575" y="4466424"/>
                  </a:lnTo>
                  <a:lnTo>
                    <a:pt x="9018" y="4430080"/>
                  </a:lnTo>
                  <a:lnTo>
                    <a:pt x="0" y="4385700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4295700" y="0"/>
                  </a:lnTo>
                  <a:lnTo>
                    <a:pt x="4340080" y="9018"/>
                  </a:lnTo>
                  <a:lnTo>
                    <a:pt x="4376424" y="33575"/>
                  </a:lnTo>
                  <a:lnTo>
                    <a:pt x="4400981" y="69919"/>
                  </a:lnTo>
                  <a:lnTo>
                    <a:pt x="4410000" y="114300"/>
                  </a:lnTo>
                  <a:lnTo>
                    <a:pt x="4410000" y="4385700"/>
                  </a:lnTo>
                  <a:lnTo>
                    <a:pt x="4400981" y="4430080"/>
                  </a:lnTo>
                  <a:lnTo>
                    <a:pt x="4376424" y="4466424"/>
                  </a:lnTo>
                  <a:lnTo>
                    <a:pt x="4340080" y="4490981"/>
                  </a:lnTo>
                  <a:lnTo>
                    <a:pt x="4295700" y="4500000"/>
                  </a:lnTo>
                  <a:close/>
                </a:path>
              </a:pathLst>
            </a:custGeom>
            <a:solidFill>
              <a:srgbClr val="FFFFFF">
                <a:alpha val="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" name="object 4"/>
            <p:cNvSpPr/>
            <p:nvPr/>
          </p:nvSpPr>
          <p:spPr>
            <a:xfrm>
              <a:off x="720000" y="1623600"/>
              <a:ext cx="4409280" cy="4465800"/>
            </a:xfrm>
            <a:custGeom>
              <a:avLst/>
              <a:gdLst>
                <a:gd name="textAreaLeft" fmla="*/ 0 w 4409280"/>
                <a:gd name="textAreaRight" fmla="*/ 4410000 w 4409280"/>
                <a:gd name="textAreaTop" fmla="*/ 0 h 4465800"/>
                <a:gd name="textAreaBottom" fmla="*/ 4466520 h 4465800"/>
              </a:gdLst>
              <a:ahLst/>
              <a:cxnLst/>
              <a:rect l="textAreaLeft" t="textAreaTop" r="textAreaRight" b="textAreaBottom"/>
              <a:pathLst>
                <a:path w="4410075" h="4466590">
                  <a:moveTo>
                    <a:pt x="4410011" y="80733"/>
                  </a:moveTo>
                  <a:lnTo>
                    <a:pt x="4400982" y="36347"/>
                  </a:lnTo>
                  <a:lnTo>
                    <a:pt x="4376432" y="0"/>
                  </a:lnTo>
                  <a:lnTo>
                    <a:pt x="4356176" y="20269"/>
                  </a:lnTo>
                  <a:lnTo>
                    <a:pt x="4369701" y="26911"/>
                  </a:lnTo>
                  <a:lnTo>
                    <a:pt x="4392219" y="51142"/>
                  </a:lnTo>
                  <a:lnTo>
                    <a:pt x="4400486" y="80733"/>
                  </a:lnTo>
                  <a:lnTo>
                    <a:pt x="4400486" y="4352125"/>
                  </a:lnTo>
                  <a:lnTo>
                    <a:pt x="4392219" y="4392815"/>
                  </a:lnTo>
                  <a:lnTo>
                    <a:pt x="4369701" y="4426128"/>
                  </a:lnTo>
                  <a:lnTo>
                    <a:pt x="4336389" y="4448632"/>
                  </a:lnTo>
                  <a:lnTo>
                    <a:pt x="4295711" y="4456900"/>
                  </a:lnTo>
                  <a:lnTo>
                    <a:pt x="114300" y="4456900"/>
                  </a:lnTo>
                  <a:lnTo>
                    <a:pt x="73621" y="4448632"/>
                  </a:lnTo>
                  <a:lnTo>
                    <a:pt x="40309" y="4426128"/>
                  </a:lnTo>
                  <a:lnTo>
                    <a:pt x="17792" y="4392815"/>
                  </a:lnTo>
                  <a:lnTo>
                    <a:pt x="9525" y="4352125"/>
                  </a:lnTo>
                  <a:lnTo>
                    <a:pt x="9525" y="80733"/>
                  </a:lnTo>
                  <a:lnTo>
                    <a:pt x="17792" y="51142"/>
                  </a:lnTo>
                  <a:lnTo>
                    <a:pt x="40309" y="26911"/>
                  </a:lnTo>
                  <a:lnTo>
                    <a:pt x="53835" y="20269"/>
                  </a:lnTo>
                  <a:lnTo>
                    <a:pt x="33578" y="0"/>
                  </a:lnTo>
                  <a:lnTo>
                    <a:pt x="9029" y="36347"/>
                  </a:lnTo>
                  <a:lnTo>
                    <a:pt x="0" y="80733"/>
                  </a:lnTo>
                  <a:lnTo>
                    <a:pt x="0" y="4352125"/>
                  </a:lnTo>
                  <a:lnTo>
                    <a:pt x="9029" y="4396511"/>
                  </a:lnTo>
                  <a:lnTo>
                    <a:pt x="33578" y="4432859"/>
                  </a:lnTo>
                  <a:lnTo>
                    <a:pt x="69926" y="4457408"/>
                  </a:lnTo>
                  <a:lnTo>
                    <a:pt x="114300" y="4466425"/>
                  </a:lnTo>
                  <a:lnTo>
                    <a:pt x="4295711" y="4466425"/>
                  </a:lnTo>
                  <a:lnTo>
                    <a:pt x="4340085" y="4457408"/>
                  </a:lnTo>
                  <a:lnTo>
                    <a:pt x="4340834" y="4456900"/>
                  </a:lnTo>
                  <a:lnTo>
                    <a:pt x="4376432" y="4432859"/>
                  </a:lnTo>
                  <a:lnTo>
                    <a:pt x="4400982" y="4396511"/>
                  </a:lnTo>
                  <a:lnTo>
                    <a:pt x="4410011" y="4352125"/>
                  </a:lnTo>
                  <a:lnTo>
                    <a:pt x="4410011" y="80733"/>
                  </a:lnTo>
                  <a:close/>
                </a:path>
              </a:pathLst>
            </a:custGeom>
            <a:solidFill>
              <a:srgbClr val="FFFFFF">
                <a:alpha val="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object 5"/>
            <p:cNvSpPr/>
            <p:nvPr/>
          </p:nvSpPr>
          <p:spPr>
            <a:xfrm>
              <a:off x="753480" y="1590120"/>
              <a:ext cx="4342680" cy="53280"/>
            </a:xfrm>
            <a:custGeom>
              <a:avLst/>
              <a:gdLst>
                <a:gd name="textAreaLeft" fmla="*/ 0 w 4342680"/>
                <a:gd name="textAreaRight" fmla="*/ 4343400 w 4342680"/>
                <a:gd name="textAreaTop" fmla="*/ 0 h 53280"/>
                <a:gd name="textAreaBottom" fmla="*/ 54000 h 53280"/>
              </a:gdLst>
              <a:ahLst/>
              <a:cxnLst/>
              <a:rect l="textAreaLeft" t="textAreaTop" r="textAreaRight" b="textAreaBottom"/>
              <a:pathLst>
                <a:path w="4343400" h="53975">
                  <a:moveTo>
                    <a:pt x="20258" y="53834"/>
                  </a:moveTo>
                  <a:lnTo>
                    <a:pt x="0" y="33575"/>
                  </a:lnTo>
                  <a:lnTo>
                    <a:pt x="36343" y="9018"/>
                  </a:lnTo>
                  <a:lnTo>
                    <a:pt x="80724" y="0"/>
                  </a:lnTo>
                  <a:lnTo>
                    <a:pt x="4262124" y="0"/>
                  </a:lnTo>
                  <a:lnTo>
                    <a:pt x="4306505" y="9018"/>
                  </a:lnTo>
                  <a:lnTo>
                    <a:pt x="4342849" y="33575"/>
                  </a:lnTo>
                  <a:lnTo>
                    <a:pt x="4338324" y="38100"/>
                  </a:lnTo>
                  <a:lnTo>
                    <a:pt x="80724" y="38100"/>
                  </a:lnTo>
                  <a:lnTo>
                    <a:pt x="40042" y="44112"/>
                  </a:lnTo>
                  <a:lnTo>
                    <a:pt x="20258" y="53834"/>
                  </a:lnTo>
                  <a:close/>
                </a:path>
                <a:path w="4343400" h="53975">
                  <a:moveTo>
                    <a:pt x="4322590" y="53834"/>
                  </a:moveTo>
                  <a:lnTo>
                    <a:pt x="4302806" y="44112"/>
                  </a:lnTo>
                  <a:lnTo>
                    <a:pt x="4262124" y="38100"/>
                  </a:lnTo>
                  <a:lnTo>
                    <a:pt x="4338324" y="38100"/>
                  </a:lnTo>
                  <a:lnTo>
                    <a:pt x="4322590" y="53834"/>
                  </a:lnTo>
                  <a:close/>
                </a:path>
              </a:pathLst>
            </a:custGeom>
            <a:solidFill>
              <a:srgbClr val="3B82F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7" name="object 6"/>
          <p:cNvGrpSpPr/>
          <p:nvPr/>
        </p:nvGrpSpPr>
        <p:grpSpPr>
          <a:xfrm>
            <a:off x="5562000" y="1590120"/>
            <a:ext cx="4409280" cy="4499640"/>
            <a:chOff x="5562000" y="1590120"/>
            <a:chExt cx="4409280" cy="4499640"/>
          </a:xfrm>
        </p:grpSpPr>
        <p:sp>
          <p:nvSpPr>
            <p:cNvPr id="148" name="object 7"/>
            <p:cNvSpPr/>
            <p:nvPr/>
          </p:nvSpPr>
          <p:spPr>
            <a:xfrm>
              <a:off x="5562000" y="1590120"/>
              <a:ext cx="4409280" cy="4499640"/>
            </a:xfrm>
            <a:custGeom>
              <a:avLst/>
              <a:gdLst>
                <a:gd name="textAreaLeft" fmla="*/ 0 w 4409280"/>
                <a:gd name="textAreaRight" fmla="*/ 4410000 w 4409280"/>
                <a:gd name="textAreaTop" fmla="*/ 0 h 4499640"/>
                <a:gd name="textAreaBottom" fmla="*/ 4500360 h 4499640"/>
              </a:gdLst>
              <a:ahLst/>
              <a:cxnLst/>
              <a:rect l="textAreaLeft" t="textAreaTop" r="textAreaRight" b="textAreaBottom"/>
              <a:pathLst>
                <a:path w="4410075" h="4500245">
                  <a:moveTo>
                    <a:pt x="4295700" y="4500000"/>
                  </a:moveTo>
                  <a:lnTo>
                    <a:pt x="114300" y="4500000"/>
                  </a:lnTo>
                  <a:lnTo>
                    <a:pt x="69919" y="4490981"/>
                  </a:lnTo>
                  <a:lnTo>
                    <a:pt x="33575" y="4466424"/>
                  </a:lnTo>
                  <a:lnTo>
                    <a:pt x="9018" y="4430080"/>
                  </a:lnTo>
                  <a:lnTo>
                    <a:pt x="0" y="4385700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4295700" y="0"/>
                  </a:lnTo>
                  <a:lnTo>
                    <a:pt x="4340080" y="9018"/>
                  </a:lnTo>
                  <a:lnTo>
                    <a:pt x="4376424" y="33575"/>
                  </a:lnTo>
                  <a:lnTo>
                    <a:pt x="4400981" y="69919"/>
                  </a:lnTo>
                  <a:lnTo>
                    <a:pt x="4410000" y="114300"/>
                  </a:lnTo>
                  <a:lnTo>
                    <a:pt x="4410000" y="4385700"/>
                  </a:lnTo>
                  <a:lnTo>
                    <a:pt x="4400981" y="4430080"/>
                  </a:lnTo>
                  <a:lnTo>
                    <a:pt x="4376424" y="4466424"/>
                  </a:lnTo>
                  <a:lnTo>
                    <a:pt x="4340080" y="4490981"/>
                  </a:lnTo>
                  <a:lnTo>
                    <a:pt x="4295700" y="4500000"/>
                  </a:lnTo>
                  <a:close/>
                </a:path>
              </a:pathLst>
            </a:custGeom>
            <a:solidFill>
              <a:srgbClr val="FFFFFF">
                <a:alpha val="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object 8"/>
            <p:cNvSpPr/>
            <p:nvPr/>
          </p:nvSpPr>
          <p:spPr>
            <a:xfrm>
              <a:off x="5562000" y="1623600"/>
              <a:ext cx="4409280" cy="4465800"/>
            </a:xfrm>
            <a:custGeom>
              <a:avLst/>
              <a:gdLst>
                <a:gd name="textAreaLeft" fmla="*/ 0 w 4409280"/>
                <a:gd name="textAreaRight" fmla="*/ 4410000 w 4409280"/>
                <a:gd name="textAreaTop" fmla="*/ 0 h 4465800"/>
                <a:gd name="textAreaBottom" fmla="*/ 4466520 h 4465800"/>
              </a:gdLst>
              <a:ahLst/>
              <a:cxnLst/>
              <a:rect l="textAreaLeft" t="textAreaTop" r="textAreaRight" b="textAreaBottom"/>
              <a:pathLst>
                <a:path w="4410075" h="4466590">
                  <a:moveTo>
                    <a:pt x="4409999" y="80733"/>
                  </a:moveTo>
                  <a:lnTo>
                    <a:pt x="4400982" y="36347"/>
                  </a:lnTo>
                  <a:lnTo>
                    <a:pt x="4376432" y="0"/>
                  </a:lnTo>
                  <a:lnTo>
                    <a:pt x="4356163" y="20269"/>
                  </a:lnTo>
                  <a:lnTo>
                    <a:pt x="4369701" y="26911"/>
                  </a:lnTo>
                  <a:lnTo>
                    <a:pt x="4392206" y="51142"/>
                  </a:lnTo>
                  <a:lnTo>
                    <a:pt x="4400474" y="80733"/>
                  </a:lnTo>
                  <a:lnTo>
                    <a:pt x="4400474" y="4352125"/>
                  </a:lnTo>
                  <a:lnTo>
                    <a:pt x="4392206" y="4392815"/>
                  </a:lnTo>
                  <a:lnTo>
                    <a:pt x="4369701" y="4426128"/>
                  </a:lnTo>
                  <a:lnTo>
                    <a:pt x="4336389" y="4448632"/>
                  </a:lnTo>
                  <a:lnTo>
                    <a:pt x="4295699" y="4456900"/>
                  </a:lnTo>
                  <a:lnTo>
                    <a:pt x="114300" y="4456900"/>
                  </a:lnTo>
                  <a:lnTo>
                    <a:pt x="73621" y="4448632"/>
                  </a:lnTo>
                  <a:lnTo>
                    <a:pt x="40309" y="4426128"/>
                  </a:lnTo>
                  <a:lnTo>
                    <a:pt x="17792" y="4392815"/>
                  </a:lnTo>
                  <a:lnTo>
                    <a:pt x="9525" y="4352125"/>
                  </a:lnTo>
                  <a:lnTo>
                    <a:pt x="9525" y="80733"/>
                  </a:lnTo>
                  <a:lnTo>
                    <a:pt x="17792" y="51142"/>
                  </a:lnTo>
                  <a:lnTo>
                    <a:pt x="40309" y="26911"/>
                  </a:lnTo>
                  <a:lnTo>
                    <a:pt x="53835" y="20269"/>
                  </a:lnTo>
                  <a:lnTo>
                    <a:pt x="33578" y="0"/>
                  </a:lnTo>
                  <a:lnTo>
                    <a:pt x="9017" y="36347"/>
                  </a:lnTo>
                  <a:lnTo>
                    <a:pt x="0" y="80733"/>
                  </a:lnTo>
                  <a:lnTo>
                    <a:pt x="0" y="4352125"/>
                  </a:lnTo>
                  <a:lnTo>
                    <a:pt x="9017" y="4396511"/>
                  </a:lnTo>
                  <a:lnTo>
                    <a:pt x="33578" y="4432859"/>
                  </a:lnTo>
                  <a:lnTo>
                    <a:pt x="69926" y="4457408"/>
                  </a:lnTo>
                  <a:lnTo>
                    <a:pt x="114300" y="4466425"/>
                  </a:lnTo>
                  <a:lnTo>
                    <a:pt x="4295699" y="4466425"/>
                  </a:lnTo>
                  <a:lnTo>
                    <a:pt x="4340085" y="4457408"/>
                  </a:lnTo>
                  <a:lnTo>
                    <a:pt x="4340834" y="4456900"/>
                  </a:lnTo>
                  <a:lnTo>
                    <a:pt x="4376432" y="4432859"/>
                  </a:lnTo>
                  <a:lnTo>
                    <a:pt x="4400982" y="4396511"/>
                  </a:lnTo>
                  <a:lnTo>
                    <a:pt x="4409999" y="4352125"/>
                  </a:lnTo>
                  <a:lnTo>
                    <a:pt x="4409999" y="80733"/>
                  </a:lnTo>
                  <a:close/>
                </a:path>
              </a:pathLst>
            </a:custGeom>
            <a:solidFill>
              <a:srgbClr val="FFFFFF">
                <a:alpha val="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object 9"/>
            <p:cNvSpPr/>
            <p:nvPr/>
          </p:nvSpPr>
          <p:spPr>
            <a:xfrm>
              <a:off x="5595480" y="1590120"/>
              <a:ext cx="4342680" cy="53280"/>
            </a:xfrm>
            <a:custGeom>
              <a:avLst/>
              <a:gdLst>
                <a:gd name="textAreaLeft" fmla="*/ 0 w 4342680"/>
                <a:gd name="textAreaRight" fmla="*/ 4343400 w 4342680"/>
                <a:gd name="textAreaTop" fmla="*/ 0 h 53280"/>
                <a:gd name="textAreaBottom" fmla="*/ 54000 h 53280"/>
              </a:gdLst>
              <a:ahLst/>
              <a:cxnLst/>
              <a:rect l="textAreaLeft" t="textAreaTop" r="textAreaRight" b="textAreaBottom"/>
              <a:pathLst>
                <a:path w="4343400" h="53975">
                  <a:moveTo>
                    <a:pt x="20258" y="53834"/>
                  </a:moveTo>
                  <a:lnTo>
                    <a:pt x="0" y="33575"/>
                  </a:lnTo>
                  <a:lnTo>
                    <a:pt x="36343" y="9018"/>
                  </a:lnTo>
                  <a:lnTo>
                    <a:pt x="80724" y="0"/>
                  </a:lnTo>
                  <a:lnTo>
                    <a:pt x="4262124" y="0"/>
                  </a:lnTo>
                  <a:lnTo>
                    <a:pt x="4306505" y="9018"/>
                  </a:lnTo>
                  <a:lnTo>
                    <a:pt x="4342849" y="33575"/>
                  </a:lnTo>
                  <a:lnTo>
                    <a:pt x="4338324" y="38100"/>
                  </a:lnTo>
                  <a:lnTo>
                    <a:pt x="80724" y="38100"/>
                  </a:lnTo>
                  <a:lnTo>
                    <a:pt x="40042" y="44112"/>
                  </a:lnTo>
                  <a:lnTo>
                    <a:pt x="20258" y="53834"/>
                  </a:lnTo>
                  <a:close/>
                </a:path>
                <a:path w="4343400" h="53975">
                  <a:moveTo>
                    <a:pt x="4322590" y="53834"/>
                  </a:moveTo>
                  <a:lnTo>
                    <a:pt x="4302806" y="44112"/>
                  </a:lnTo>
                  <a:lnTo>
                    <a:pt x="4262124" y="38100"/>
                  </a:lnTo>
                  <a:lnTo>
                    <a:pt x="4338324" y="38100"/>
                  </a:lnTo>
                  <a:lnTo>
                    <a:pt x="4322590" y="53834"/>
                  </a:lnTo>
                  <a:close/>
                </a:path>
              </a:pathLst>
            </a:custGeom>
            <a:solidFill>
              <a:srgbClr val="BDF26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869400" y="797760"/>
            <a:ext cx="6562080" cy="42228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es-ES" sz="2600" b="0" u="none" spc="-60" strike="noStrike">
                <a:solidFill>
                  <a:srgbClr val="BDF264"/>
                </a:solidFill>
                <a:effectLst/>
                <a:uFillTx/>
                <a:latin typeface="Arial MT"/>
              </a:rPr>
              <a:t>SECURIZACIÓN</a:t>
            </a:r>
            <a:r>
              <a:rPr lang="es-ES" sz="2600" b="0" u="none" spc="-125" strike="noStrike">
                <a:solidFill>
                  <a:srgbClr val="BDF264"/>
                </a:solidFill>
                <a:effectLst/>
                <a:uFillTx/>
                <a:latin typeface="Arial MT"/>
              </a:rPr>
              <a:t> </a:t>
            </a:r>
            <a:r>
              <a:rPr lang="es-ES" sz="2600" b="0" u="none" spc="-20" strike="noStrike">
                <a:solidFill>
                  <a:srgbClr val="BDF264"/>
                </a:solidFill>
                <a:effectLst/>
                <a:uFillTx/>
                <a:latin typeface="Arial MT"/>
              </a:rPr>
              <a:t>SSH</a:t>
            </a:r>
            <a:r>
              <a:rPr lang="es-ES" sz="2600" b="0" u="none" spc="-119" strike="noStrike">
                <a:solidFill>
                  <a:srgbClr val="BDF264"/>
                </a:solidFill>
                <a:effectLst/>
                <a:uFillTx/>
                <a:latin typeface="Arial MT"/>
              </a:rPr>
              <a:t> </a:t>
            </a:r>
            <a:r>
              <a:rPr lang="es-ES" sz="2600" b="0" u="none" strike="noStrike">
                <a:solidFill>
                  <a:srgbClr val="BDF264"/>
                </a:solidFill>
                <a:effectLst/>
                <a:uFillTx/>
                <a:latin typeface="Arial MT"/>
              </a:rPr>
              <a:t>&amp;</a:t>
            </a:r>
            <a:r>
              <a:rPr lang="es-ES" sz="2600" b="0" u="none" spc="-119" strike="noStrike">
                <a:solidFill>
                  <a:srgbClr val="BDF264"/>
                </a:solidFill>
                <a:effectLst/>
                <a:uFillTx/>
                <a:latin typeface="Arial MT"/>
              </a:rPr>
              <a:t> </a:t>
            </a:r>
            <a:r>
              <a:rPr lang="es-ES" sz="2600" b="0" u="none" spc="-26" strike="noStrike">
                <a:solidFill>
                  <a:srgbClr val="BDF264"/>
                </a:solidFill>
                <a:effectLst/>
                <a:uFillTx/>
                <a:latin typeface="Arial MT"/>
              </a:rPr>
              <a:t>FTP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2" name="object 11"/>
          <p:cNvSpPr/>
          <p:nvPr/>
        </p:nvSpPr>
        <p:spPr>
          <a:xfrm>
            <a:off x="904320" y="1805400"/>
            <a:ext cx="4020840" cy="23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63360">
              <a:lnSpc>
                <a:spcPct val="100000"/>
              </a:lnSpc>
              <a:spcBef>
                <a:spcPts val="99"/>
              </a:spcBef>
            </a:pPr>
            <a:r>
              <a:rPr lang="es-ES" sz="1400" b="1" u="none" strike="noStrike">
                <a:solidFill>
                  <a:srgbClr val="3B82F6"/>
                </a:solidFill>
                <a:effectLst/>
                <a:uFillTx/>
                <a:latin typeface="Arial"/>
              </a:rPr>
              <a:t>Endurecimiento</a:t>
            </a:r>
            <a:r>
              <a:rPr lang="es-ES" sz="1400" b="1" u="none" spc="-14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1400" b="1" u="none" spc="-26" strike="noStrike">
                <a:solidFill>
                  <a:srgbClr val="3B82F6"/>
                </a:solidFill>
                <a:effectLst/>
                <a:uFillTx/>
                <a:latin typeface="Arial"/>
              </a:rPr>
              <a:t>SSH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0160" indent="-226800">
              <a:lnSpc>
                <a:spcPct val="125000"/>
              </a:lnSpc>
              <a:spcBef>
                <a:spcPts val="865"/>
              </a:spcBef>
              <a:buClr>
                <a:srgbClr val="3B82F6"/>
              </a:buClr>
              <a:buFont typeface="Yu Gothic"/>
              <a:buChar char="✓"/>
              <a:tabLst>
                <a:tab pos="291960" algn="l"/>
              </a:tabLst>
            </a:pPr>
            <a:r>
              <a:rPr lang="es-ES" sz="1150" b="1" u="none" spc="-11" strike="noStrike">
                <a:solidFill>
                  <a:srgbClr val="93A3B8"/>
                </a:solidFill>
                <a:effectLst/>
                <a:uFillTx/>
                <a:latin typeface="Arial"/>
              </a:rPr>
              <a:t>PermitRootLogin</a:t>
            </a:r>
            <a:r>
              <a:rPr lang="es-ES" sz="1150" b="1" u="none" spc="6" strike="noStrike">
                <a:solidFill>
                  <a:srgbClr val="93A3B8"/>
                </a:solidFill>
                <a:effectLst/>
                <a:uFillTx/>
                <a:latin typeface="Arial"/>
              </a:rPr>
              <a:t> </a:t>
            </a:r>
            <a:r>
              <a:rPr lang="es-ES" sz="1150" b="1" u="none" strike="noStrike">
                <a:solidFill>
                  <a:srgbClr val="93A3B8"/>
                </a:solidFill>
                <a:effectLst/>
                <a:uFillTx/>
                <a:latin typeface="Arial"/>
              </a:rPr>
              <a:t>no:</a:t>
            </a:r>
            <a:r>
              <a:rPr lang="es-ES" sz="1150" b="1" u="none" spc="11" strike="noStrike">
                <a:solidFill>
                  <a:srgbClr val="93A3B8"/>
                </a:solidFill>
                <a:effectLst/>
                <a:uFillTx/>
                <a:latin typeface="Arial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Bloqueo</a:t>
            </a:r>
            <a:r>
              <a:rPr lang="es-ES" sz="1150" b="0" u="none" spc="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absoluto</a:t>
            </a:r>
            <a:r>
              <a:rPr lang="es-ES" sz="1150" b="0" u="none" spc="1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del</a:t>
            </a:r>
            <a:r>
              <a:rPr lang="es-ES" sz="1150" b="0" u="none" spc="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inicio 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	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remoto</a:t>
            </a:r>
            <a:r>
              <a:rPr lang="es-ES" sz="11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directo</a:t>
            </a:r>
            <a:r>
              <a:rPr lang="es-ES" sz="11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al</a:t>
            </a:r>
            <a:r>
              <a:rPr lang="es-ES" sz="11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usuario</a:t>
            </a:r>
            <a:r>
              <a:rPr lang="es-ES" sz="11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administrador.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0160" indent="-226800">
              <a:lnSpc>
                <a:spcPct val="125000"/>
              </a:lnSpc>
              <a:spcBef>
                <a:spcPts val="901"/>
              </a:spcBef>
              <a:buClr>
                <a:srgbClr val="3B82F6"/>
              </a:buClr>
              <a:buFont typeface="Yu Gothic"/>
              <a:buChar char="✓"/>
              <a:tabLst>
                <a:tab pos="291960" algn="l"/>
              </a:tabLst>
            </a:pPr>
            <a:r>
              <a:rPr lang="es-ES" sz="1150" b="1" u="none" strike="noStrike">
                <a:solidFill>
                  <a:srgbClr val="93A3B8"/>
                </a:solidFill>
                <a:effectLst/>
                <a:uFillTx/>
                <a:latin typeface="Arial"/>
              </a:rPr>
              <a:t>Desactivación</a:t>
            </a:r>
            <a:r>
              <a:rPr lang="es-ES" sz="1150" b="1" u="none" spc="-26" strike="noStrike">
                <a:solidFill>
                  <a:srgbClr val="93A3B8"/>
                </a:solidFill>
                <a:effectLst/>
                <a:uFillTx/>
                <a:latin typeface="Arial"/>
              </a:rPr>
              <a:t> </a:t>
            </a:r>
            <a:r>
              <a:rPr lang="es-ES" sz="1150" b="1" u="none" strike="noStrike">
                <a:solidFill>
                  <a:srgbClr val="93A3B8"/>
                </a:solidFill>
                <a:effectLst/>
                <a:uFillTx/>
                <a:latin typeface="Arial"/>
              </a:rPr>
              <a:t>de</a:t>
            </a:r>
            <a:r>
              <a:rPr lang="es-ES" sz="1150" b="1" u="none" spc="-20" strike="noStrike">
                <a:solidFill>
                  <a:srgbClr val="93A3B8"/>
                </a:solidFill>
                <a:effectLst/>
                <a:uFillTx/>
                <a:latin typeface="Arial"/>
              </a:rPr>
              <a:t> </a:t>
            </a:r>
            <a:r>
              <a:rPr lang="es-ES" sz="1150" b="1" u="none" strike="noStrike">
                <a:solidFill>
                  <a:srgbClr val="93A3B8"/>
                </a:solidFill>
                <a:effectLst/>
                <a:uFillTx/>
                <a:latin typeface="Arial"/>
              </a:rPr>
              <a:t>Claves:</a:t>
            </a:r>
            <a:r>
              <a:rPr lang="es-ES" sz="1150" b="1" u="none" spc="-20" strike="noStrike">
                <a:solidFill>
                  <a:srgbClr val="93A3B8"/>
                </a:solidFill>
                <a:effectLst/>
                <a:uFillTx/>
                <a:latin typeface="Arial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Sustitución</a:t>
            </a:r>
            <a:r>
              <a:rPr lang="es-ES" sz="115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15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autenticación 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	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convencional</a:t>
            </a:r>
            <a:r>
              <a:rPr lang="es-ES" sz="11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por</a:t>
            </a:r>
            <a:r>
              <a:rPr lang="es-ES" sz="11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el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uso</a:t>
            </a:r>
            <a:r>
              <a:rPr lang="es-ES" sz="11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exclusivo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1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llaves</a:t>
            </a:r>
            <a:r>
              <a:rPr lang="es-ES" sz="11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criptográficas 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	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robustas.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0160" indent="-226800">
              <a:lnSpc>
                <a:spcPct val="125000"/>
              </a:lnSpc>
              <a:spcBef>
                <a:spcPts val="901"/>
              </a:spcBef>
              <a:buClr>
                <a:srgbClr val="3B82F6"/>
              </a:buClr>
              <a:buFont typeface="Yu Gothic"/>
              <a:buChar char="✓"/>
              <a:tabLst>
                <a:tab pos="291960" algn="l"/>
              </a:tabLst>
            </a:pPr>
            <a:r>
              <a:rPr lang="es-ES" sz="1150" b="1" u="none" strike="noStrike">
                <a:solidFill>
                  <a:srgbClr val="93A3B8"/>
                </a:solidFill>
                <a:effectLst/>
                <a:uFillTx/>
                <a:latin typeface="Arial"/>
              </a:rPr>
              <a:t>Fail2Ban:</a:t>
            </a:r>
            <a:r>
              <a:rPr lang="es-ES" sz="1150" b="1" u="none" spc="-26" strike="noStrike">
                <a:solidFill>
                  <a:srgbClr val="93A3B8"/>
                </a:solidFill>
                <a:effectLst/>
                <a:uFillTx/>
                <a:latin typeface="Arial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Implementación</a:t>
            </a:r>
            <a:r>
              <a:rPr lang="es-ES" sz="115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1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políticas</a:t>
            </a:r>
            <a:r>
              <a:rPr lang="es-ES" sz="115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15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bloqueo 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	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automatizado</a:t>
            </a:r>
            <a:r>
              <a:rPr lang="es-ES" sz="115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por</a:t>
            </a:r>
            <a:r>
              <a:rPr lang="es-ES" sz="11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dirección</a:t>
            </a:r>
            <a:r>
              <a:rPr lang="es-ES" sz="115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IP</a:t>
            </a:r>
            <a:r>
              <a:rPr lang="es-ES" sz="11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ante</a:t>
            </a:r>
            <a:r>
              <a:rPr lang="es-ES" sz="115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intentos</a:t>
            </a:r>
            <a:r>
              <a:rPr lang="es-ES" sz="11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erróneos 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	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repetidos.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object 12"/>
          <p:cNvSpPr/>
          <p:nvPr/>
        </p:nvSpPr>
        <p:spPr>
          <a:xfrm>
            <a:off x="5758920" y="1805400"/>
            <a:ext cx="3947760" cy="176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50760">
              <a:lnSpc>
                <a:spcPct val="100000"/>
              </a:lnSpc>
              <a:spcBef>
                <a:spcPts val="99"/>
              </a:spcBef>
            </a:pPr>
            <a:r>
              <a:rPr lang="es-ES" sz="1400" b="1" u="none" strike="noStrike">
                <a:solidFill>
                  <a:srgbClr val="3B82F6"/>
                </a:solidFill>
                <a:effectLst/>
                <a:uFillTx/>
                <a:latin typeface="Arial"/>
              </a:rPr>
              <a:t>Endurecimiento</a:t>
            </a:r>
            <a:r>
              <a:rPr lang="es-ES" sz="1400" b="1" u="none" spc="-14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1400" b="1" u="none" spc="-26" strike="noStrike">
                <a:solidFill>
                  <a:srgbClr val="3B82F6"/>
                </a:solidFill>
                <a:effectLst/>
                <a:uFillTx/>
                <a:latin typeface="Arial"/>
              </a:rPr>
              <a:t>FTP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7560" indent="-226800">
              <a:lnSpc>
                <a:spcPct val="125000"/>
              </a:lnSpc>
              <a:spcBef>
                <a:spcPts val="865"/>
              </a:spcBef>
              <a:buClr>
                <a:srgbClr val="3B82F6"/>
              </a:buClr>
              <a:buFont typeface="Yu Gothic"/>
              <a:buChar char="✓"/>
              <a:tabLst>
                <a:tab pos="279360" algn="l"/>
              </a:tabLst>
            </a:pPr>
            <a:r>
              <a:rPr lang="es-ES" sz="1150" b="1" u="none" strike="noStrike">
                <a:solidFill>
                  <a:srgbClr val="93A3B8"/>
                </a:solidFill>
                <a:effectLst/>
                <a:uFillTx/>
                <a:latin typeface="Arial"/>
              </a:rPr>
              <a:t>Anonymous</a:t>
            </a:r>
            <a:r>
              <a:rPr lang="es-ES" sz="1150" b="1" u="none" spc="-11" strike="noStrike">
                <a:solidFill>
                  <a:srgbClr val="93A3B8"/>
                </a:solidFill>
                <a:effectLst/>
                <a:uFillTx/>
                <a:latin typeface="Arial"/>
              </a:rPr>
              <a:t> </a:t>
            </a:r>
            <a:r>
              <a:rPr lang="es-ES" sz="1150" b="1" u="none" strike="noStrike">
                <a:solidFill>
                  <a:srgbClr val="93A3B8"/>
                </a:solidFill>
                <a:effectLst/>
                <a:uFillTx/>
                <a:latin typeface="Arial"/>
              </a:rPr>
              <a:t>NO:</a:t>
            </a:r>
            <a:r>
              <a:rPr lang="es-ES" sz="1150" b="1" u="none" spc="-11" strike="noStrike">
                <a:solidFill>
                  <a:srgbClr val="93A3B8"/>
                </a:solidFill>
                <a:effectLst/>
                <a:uFillTx/>
                <a:latin typeface="Arial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Clausura</a:t>
            </a:r>
            <a:r>
              <a:rPr lang="es-ES" sz="1150" b="0" u="none" spc="-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inmediata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los</a:t>
            </a:r>
            <a:r>
              <a:rPr lang="es-ES" sz="1150" b="0" u="none" spc="-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privilegios 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	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1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conexión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sin</a:t>
            </a:r>
            <a:r>
              <a:rPr lang="es-ES" sz="11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login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autorizado</a:t>
            </a:r>
            <a:r>
              <a:rPr lang="es-ES" sz="11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en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el</a:t>
            </a:r>
            <a:r>
              <a:rPr lang="es-ES" sz="11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fichero 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	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vsftpd.conf.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7560" indent="-226800">
              <a:lnSpc>
                <a:spcPct val="125000"/>
              </a:lnSpc>
              <a:spcBef>
                <a:spcPts val="901"/>
              </a:spcBef>
              <a:buClr>
                <a:srgbClr val="3B82F6"/>
              </a:buClr>
              <a:buFont typeface="Yu Gothic"/>
              <a:buChar char="✓"/>
              <a:tabLst>
                <a:tab pos="279360" algn="l"/>
              </a:tabLst>
            </a:pPr>
            <a:r>
              <a:rPr lang="es-ES" sz="1150" b="1" u="none" strike="noStrike">
                <a:solidFill>
                  <a:srgbClr val="93A3B8"/>
                </a:solidFill>
                <a:effectLst/>
                <a:uFillTx/>
                <a:latin typeface="Arial"/>
              </a:rPr>
              <a:t>Aislamiento</a:t>
            </a:r>
            <a:r>
              <a:rPr lang="es-ES" sz="1150" b="1" u="none" spc="-34" strike="noStrike">
                <a:solidFill>
                  <a:srgbClr val="93A3B8"/>
                </a:solidFill>
                <a:effectLst/>
                <a:uFillTx/>
                <a:latin typeface="Arial"/>
              </a:rPr>
              <a:t> </a:t>
            </a:r>
            <a:r>
              <a:rPr lang="es-ES" sz="1150" b="1" u="none" strike="noStrike">
                <a:solidFill>
                  <a:srgbClr val="93A3B8"/>
                </a:solidFill>
                <a:effectLst/>
                <a:uFillTx/>
                <a:latin typeface="Arial"/>
              </a:rPr>
              <a:t>de</a:t>
            </a:r>
            <a:r>
              <a:rPr lang="es-ES" sz="1150" b="1" u="none" spc="-34" strike="noStrike">
                <a:solidFill>
                  <a:srgbClr val="93A3B8"/>
                </a:solidFill>
                <a:effectLst/>
                <a:uFillTx/>
                <a:latin typeface="Arial"/>
              </a:rPr>
              <a:t> </a:t>
            </a:r>
            <a:r>
              <a:rPr lang="es-ES" sz="1150" b="1" u="none" strike="noStrike">
                <a:solidFill>
                  <a:srgbClr val="93A3B8"/>
                </a:solidFill>
                <a:effectLst/>
                <a:uFillTx/>
                <a:latin typeface="Arial"/>
              </a:rPr>
              <a:t>Firewall:</a:t>
            </a:r>
            <a:r>
              <a:rPr lang="es-ES" sz="1150" b="1" u="none" spc="-40" strike="noStrike">
                <a:solidFill>
                  <a:srgbClr val="93A3B8"/>
                </a:solidFill>
                <a:effectLst/>
                <a:uFillTx/>
                <a:latin typeface="Arial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Restricción</a:t>
            </a:r>
            <a:r>
              <a:rPr lang="es-ES" sz="1150" b="0" u="none" spc="-3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estricta</a:t>
            </a:r>
            <a:r>
              <a:rPr lang="es-ES" sz="1150" b="0" u="none" spc="-3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del</a:t>
            </a:r>
            <a:r>
              <a:rPr lang="es-ES" sz="1150" b="0" u="none" spc="-3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puerto 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	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21</a:t>
            </a:r>
            <a:r>
              <a:rPr lang="es-ES" sz="11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mediante</a:t>
            </a:r>
            <a:r>
              <a:rPr lang="es-ES" sz="11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deny y allow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,</a:t>
            </a:r>
            <a:r>
              <a:rPr lang="es-ES" sz="11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limitando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el</a:t>
            </a:r>
            <a:r>
              <a:rPr lang="es-ES" sz="11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acceso 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	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exclusivamente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a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direcciones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IPs</a:t>
            </a:r>
            <a:r>
              <a:rPr lang="es-ES" sz="1150" b="0" u="none" spc="-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internas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 auditadas.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4" name=""/>
          <p:cNvPicPr/>
          <p:nvPr/>
        </p:nvPicPr>
        <p:blipFill>
          <a:blip r:embed="rId1"/>
          <a:stretch/>
        </p:blipFill>
        <p:spPr>
          <a:xfrm>
            <a:off x="0" y="4515480"/>
            <a:ext cx="10692720" cy="250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Pituss2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D55569C-A491-4D74-9E49-5909943447DE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"/>
          <p:cNvPicPr/>
          <p:nvPr/>
        </p:nvPicPr>
        <p:blipFill>
          <a:blip r:embed="rId1"/>
          <a:srcRect l="0" t="50258" r="25254" b="0"/>
          <a:stretch/>
        </p:blipFill>
        <p:spPr>
          <a:xfrm>
            <a:off x="0" y="0"/>
            <a:ext cx="10437840" cy="377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" name=""/>
          <p:cNvPicPr/>
          <p:nvPr/>
        </p:nvPicPr>
        <p:blipFill>
          <a:blip r:embed="rId2"/>
          <a:srcRect l="0" t="0" r="35949" b="0"/>
          <a:stretch/>
        </p:blipFill>
        <p:spPr>
          <a:xfrm>
            <a:off x="3960000" y="3060000"/>
            <a:ext cx="6733080" cy="288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" name=""/>
          <p:cNvPicPr/>
          <p:nvPr/>
        </p:nvPicPr>
        <p:blipFill>
          <a:blip r:embed="rId3"/>
          <a:srcRect l="0" t="0" r="0" b="83232"/>
          <a:stretch/>
        </p:blipFill>
        <p:spPr>
          <a:xfrm>
            <a:off x="106920" y="5940360"/>
            <a:ext cx="10692720" cy="53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Pituss2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9B3240B-D6CA-4A53-BDB8-72EF28272E25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2257560" y="838080"/>
            <a:ext cx="6562080" cy="42228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es-ES" sz="2600" b="0" u="none" spc="-91" strike="noStrike">
                <a:solidFill>
                  <a:srgbClr val="BDF264"/>
                </a:solidFill>
                <a:effectLst/>
                <a:uFillTx/>
                <a:latin typeface="Arial MT"/>
              </a:rPr>
              <a:t>VALIDACIÓN</a:t>
            </a:r>
            <a:r>
              <a:rPr lang="es-ES" sz="2600" b="0" u="none" spc="-96" strike="noStrike">
                <a:solidFill>
                  <a:srgbClr val="BDF264"/>
                </a:solidFill>
                <a:effectLst/>
                <a:uFillTx/>
                <a:latin typeface="Arial MT"/>
              </a:rPr>
              <a:t> </a:t>
            </a:r>
            <a:r>
              <a:rPr lang="es-ES" sz="2600" b="0" u="none" spc="-51" strike="noStrike">
                <a:solidFill>
                  <a:srgbClr val="BDF264"/>
                </a:solidFill>
                <a:effectLst/>
                <a:uFillTx/>
                <a:latin typeface="Arial MT"/>
              </a:rPr>
              <a:t>FORENSE</a:t>
            </a:r>
            <a:r>
              <a:rPr lang="es-ES" sz="2600" b="0" u="none" spc="-99" strike="noStrike">
                <a:solidFill>
                  <a:srgbClr val="BDF264"/>
                </a:solidFill>
                <a:effectLst/>
                <a:uFillTx/>
                <a:latin typeface="Arial MT"/>
              </a:rPr>
              <a:t> </a:t>
            </a:r>
            <a:r>
              <a:rPr lang="es-ES" sz="2600" b="0" u="none" strike="noStrike">
                <a:solidFill>
                  <a:srgbClr val="BDF264"/>
                </a:solidFill>
                <a:effectLst/>
                <a:uFillTx/>
                <a:latin typeface="Arial MT"/>
              </a:rPr>
              <a:t>DE</a:t>
            </a:r>
            <a:r>
              <a:rPr lang="es-ES" sz="2600" b="0" u="none" spc="-96" strike="noStrike">
                <a:solidFill>
                  <a:srgbClr val="BDF264"/>
                </a:solidFill>
                <a:effectLst/>
                <a:uFillTx/>
                <a:latin typeface="Arial MT"/>
              </a:rPr>
              <a:t> </a:t>
            </a:r>
            <a:r>
              <a:rPr lang="es-ES" sz="2600" b="0" u="none" spc="-40" strike="noStrike">
                <a:solidFill>
                  <a:srgbClr val="BDF264"/>
                </a:solidFill>
                <a:effectLst/>
                <a:uFillTx/>
                <a:latin typeface="Arial MT"/>
              </a:rPr>
              <a:t>INTEGRIDAD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2880000" y="1620000"/>
            <a:ext cx="5135760" cy="252612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63360" indent="0" algn="l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es-ES" sz="1500" b="1" u="none" strike="noStrike">
                <a:solidFill>
                  <a:srgbClr val="3B82F6"/>
                </a:solidFill>
                <a:effectLst/>
                <a:uFillTx/>
                <a:latin typeface="Arial"/>
              </a:rPr>
              <a:t>CONTROL</a:t>
            </a:r>
            <a:r>
              <a:rPr lang="es-ES" sz="1500" b="1" u="none" spc="-51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1500" b="1" u="none" strike="noStrike">
                <a:solidFill>
                  <a:srgbClr val="3B82F6"/>
                </a:solidFill>
                <a:effectLst/>
                <a:uFillTx/>
                <a:latin typeface="Arial"/>
              </a:rPr>
              <a:t>DE</a:t>
            </a:r>
            <a:r>
              <a:rPr lang="es-ES" sz="1500" b="1" u="none" spc="-45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1500" b="1" u="none" strike="noStrike">
                <a:solidFill>
                  <a:srgbClr val="3B82F6"/>
                </a:solidFill>
                <a:effectLst/>
                <a:uFillTx/>
                <a:latin typeface="Arial"/>
              </a:rPr>
              <a:t>PERSISTENCIA</a:t>
            </a:r>
            <a:r>
              <a:rPr lang="es-ES" sz="1500" b="1" u="none" spc="-45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1500" b="1" u="none" strike="noStrike">
                <a:solidFill>
                  <a:srgbClr val="3B82F6"/>
                </a:solidFill>
                <a:effectLst/>
                <a:uFillTx/>
                <a:latin typeface="Arial"/>
              </a:rPr>
              <a:t>Y</a:t>
            </a:r>
            <a:r>
              <a:rPr lang="es-ES" sz="1500" b="1" u="none" spc="-45" strike="noStrike">
                <a:solidFill>
                  <a:srgbClr val="3B82F6"/>
                </a:solidFill>
                <a:effectLst/>
                <a:uFillTx/>
                <a:latin typeface="Arial"/>
              </a:rPr>
              <a:t> </a:t>
            </a:r>
            <a:r>
              <a:rPr lang="es-ES" sz="1500" b="1" u="none" spc="-11" strike="noStrike">
                <a:solidFill>
                  <a:srgbClr val="3B82F6"/>
                </a:solidFill>
                <a:effectLst/>
                <a:uFillTx/>
                <a:latin typeface="Arial"/>
              </a:rPr>
              <a:t>DESINFECCIÓN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90160" indent="-226800" algn="l">
              <a:lnSpc>
                <a:spcPct val="138000"/>
              </a:lnSpc>
              <a:spcBef>
                <a:spcPts val="689"/>
              </a:spcBef>
              <a:buClr>
                <a:srgbClr val="3B82F6"/>
              </a:buClr>
              <a:buSzPct val="45000"/>
              <a:buFont typeface="Yu Gothic"/>
              <a:buChar char="✓"/>
              <a:tabLst>
                <a:tab pos="291960" algn="l"/>
              </a:tabLst>
            </a:pPr>
            <a:r>
              <a:rPr lang="es-ES" sz="1150" b="1" u="none" strike="noStrike">
                <a:solidFill>
                  <a:srgbClr val="93A3B8"/>
                </a:solidFill>
                <a:effectLst/>
                <a:uFillTx/>
                <a:latin typeface="Arial"/>
              </a:rPr>
              <a:t>Control</a:t>
            </a:r>
            <a:r>
              <a:rPr lang="es-ES" sz="1150" b="1" u="none" spc="-31" strike="noStrike">
                <a:solidFill>
                  <a:srgbClr val="93A3B8"/>
                </a:solidFill>
                <a:effectLst/>
                <a:uFillTx/>
                <a:latin typeface="Arial"/>
              </a:rPr>
              <a:t> </a:t>
            </a:r>
            <a:r>
              <a:rPr lang="es-ES" sz="1150" b="1" u="none" strike="noStrike">
                <a:solidFill>
                  <a:srgbClr val="93A3B8"/>
                </a:solidFill>
                <a:effectLst/>
                <a:uFillTx/>
                <a:latin typeface="Arial"/>
              </a:rPr>
              <a:t>de</a:t>
            </a:r>
            <a:r>
              <a:rPr lang="es-ES" sz="1150" b="1" u="none" spc="-26" strike="noStrike">
                <a:solidFill>
                  <a:srgbClr val="93A3B8"/>
                </a:solidFill>
                <a:effectLst/>
                <a:uFillTx/>
                <a:latin typeface="Arial"/>
              </a:rPr>
              <a:t> </a:t>
            </a:r>
            <a:r>
              <a:rPr lang="es-ES" sz="1150" b="1" u="none" strike="noStrike">
                <a:solidFill>
                  <a:srgbClr val="93A3B8"/>
                </a:solidFill>
                <a:effectLst/>
                <a:uFillTx/>
                <a:latin typeface="Arial"/>
              </a:rPr>
              <a:t>Cuentas</a:t>
            </a:r>
            <a:r>
              <a:rPr lang="es-ES" sz="1150" b="1" u="none" spc="-26" strike="noStrike">
                <a:solidFill>
                  <a:srgbClr val="93A3B8"/>
                </a:solidFill>
                <a:effectLst/>
                <a:uFillTx/>
                <a:latin typeface="Arial"/>
              </a:rPr>
              <a:t> </a:t>
            </a:r>
            <a:r>
              <a:rPr lang="es-ES" sz="1150" b="1" u="none" strike="noStrike">
                <a:solidFill>
                  <a:srgbClr val="93A3B8"/>
                </a:solidFill>
                <a:effectLst/>
                <a:uFillTx/>
                <a:latin typeface="Arial"/>
              </a:rPr>
              <a:t>del</a:t>
            </a:r>
            <a:r>
              <a:rPr lang="es-ES" sz="1150" b="1" u="none" spc="-26" strike="noStrike">
                <a:solidFill>
                  <a:srgbClr val="93A3B8"/>
                </a:solidFill>
                <a:effectLst/>
                <a:uFillTx/>
                <a:latin typeface="Arial"/>
              </a:rPr>
              <a:t> </a:t>
            </a:r>
            <a:r>
              <a:rPr lang="es-ES" sz="1150" b="1" u="none" strike="noStrike">
                <a:solidFill>
                  <a:srgbClr val="93A3B8"/>
                </a:solidFill>
                <a:effectLst/>
                <a:uFillTx/>
                <a:latin typeface="Arial"/>
              </a:rPr>
              <a:t>Sistema:</a:t>
            </a:r>
            <a:r>
              <a:rPr lang="es-ES" sz="1150" b="1" u="none" spc="-26" strike="noStrike">
                <a:solidFill>
                  <a:srgbClr val="93A3B8"/>
                </a:solidFill>
                <a:effectLst/>
                <a:uFillTx/>
                <a:latin typeface="Arial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Filtrado</a:t>
            </a:r>
            <a:r>
              <a:rPr lang="es-ES" sz="11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exhaustivo</a:t>
            </a:r>
            <a:r>
              <a:rPr lang="es-ES" sz="11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del</a:t>
            </a:r>
            <a:r>
              <a:rPr lang="es-ES" sz="11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archivo</a:t>
            </a:r>
            <a:r>
              <a:rPr lang="es-ES" sz="1150" b="0" u="none" spc="-3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de </a:t>
            </a:r>
            <a:r>
              <a:rPr lang="es-ES" sz="11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	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identidades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Courier New"/>
              </a:rPr>
              <a:t>/etc/passwd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.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Se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corrobora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la</a:t>
            </a:r>
            <a:r>
              <a:rPr lang="es-ES" sz="1150" b="0" u="none" spc="-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presencia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única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3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 cuentas 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	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con</a:t>
            </a:r>
            <a:r>
              <a:rPr lang="es-ES" sz="1150" b="0" u="none" spc="-3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shell</a:t>
            </a:r>
            <a:r>
              <a:rPr lang="es-ES" sz="11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interactiva</a:t>
            </a:r>
            <a:r>
              <a:rPr lang="es-ES" sz="11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legítimas:</a:t>
            </a:r>
            <a:r>
              <a:rPr lang="es-ES" sz="11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Courier New"/>
              </a:rPr>
              <a:t>root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,</a:t>
            </a:r>
            <a:r>
              <a:rPr lang="es-ES" sz="11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Courier New"/>
              </a:rPr>
              <a:t>sync</a:t>
            </a:r>
            <a:r>
              <a:rPr lang="es-ES" sz="1150" b="0" u="none" spc="-374" strike="noStrike">
                <a:solidFill>
                  <a:srgbClr val="93A3B8"/>
                </a:solidFill>
                <a:effectLst/>
                <a:uFillTx/>
                <a:latin typeface="Courier New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y</a:t>
            </a:r>
            <a:r>
              <a:rPr lang="es-ES" sz="11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Courier New"/>
              </a:rPr>
              <a:t>debian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90160" indent="-226800" algn="just">
              <a:lnSpc>
                <a:spcPct val="125000"/>
              </a:lnSpc>
              <a:spcBef>
                <a:spcPts val="901"/>
              </a:spcBef>
              <a:buClr>
                <a:srgbClr val="3B82F6"/>
              </a:buClr>
              <a:buSzPct val="45000"/>
              <a:buFont typeface="Yu Gothic"/>
              <a:buChar char="✓"/>
              <a:tabLst>
                <a:tab pos="291960" algn="l"/>
              </a:tabLst>
            </a:pPr>
            <a:r>
              <a:rPr lang="es-ES" sz="1150" b="1" u="none" strike="noStrike">
                <a:solidFill>
                  <a:srgbClr val="93A3B8"/>
                </a:solidFill>
                <a:effectLst/>
                <a:uFillTx/>
                <a:latin typeface="Arial"/>
              </a:rPr>
              <a:t>Análisis</a:t>
            </a:r>
            <a:r>
              <a:rPr lang="es-ES" sz="1150" b="1" u="none" spc="-26" strike="noStrike">
                <a:solidFill>
                  <a:srgbClr val="93A3B8"/>
                </a:solidFill>
                <a:effectLst/>
                <a:uFillTx/>
                <a:latin typeface="Arial"/>
              </a:rPr>
              <a:t> </a:t>
            </a:r>
            <a:r>
              <a:rPr lang="es-ES" sz="1150" b="1" u="none" spc="-11" strike="noStrike">
                <a:solidFill>
                  <a:srgbClr val="93A3B8"/>
                </a:solidFill>
                <a:effectLst/>
                <a:uFillTx/>
                <a:latin typeface="Arial"/>
              </a:rPr>
              <a:t>Anti-</a:t>
            </a:r>
            <a:r>
              <a:rPr lang="es-ES" sz="1150" b="1" u="none" strike="noStrike">
                <a:solidFill>
                  <a:srgbClr val="93A3B8"/>
                </a:solidFill>
                <a:effectLst/>
                <a:uFillTx/>
                <a:latin typeface="Arial"/>
              </a:rPr>
              <a:t>Rootkits:</a:t>
            </a:r>
            <a:r>
              <a:rPr lang="es-ES" sz="1150" b="1" u="none" spc="-20" strike="noStrike">
                <a:solidFill>
                  <a:srgbClr val="93A3B8"/>
                </a:solidFill>
                <a:effectLst/>
                <a:uFillTx/>
                <a:latin typeface="Arial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Escaneo</a:t>
            </a:r>
            <a:r>
              <a:rPr lang="es-ES" sz="115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completo</a:t>
            </a:r>
            <a:r>
              <a:rPr lang="es-ES" sz="115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del</a:t>
            </a:r>
            <a:r>
              <a:rPr lang="es-ES" sz="115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almacenamiento</a:t>
            </a:r>
            <a:r>
              <a:rPr lang="es-ES" sz="115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interno</a:t>
            </a:r>
            <a:r>
              <a:rPr lang="es-ES" sz="115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pc="-51" strike="noStrike">
                <a:solidFill>
                  <a:srgbClr val="93A3B8"/>
                </a:solidFill>
                <a:effectLst/>
                <a:uFillTx/>
                <a:latin typeface="Arial MT"/>
              </a:rPr>
              <a:t>a </a:t>
            </a:r>
            <a:r>
              <a:rPr lang="es-ES" sz="1150" b="0" u="none" spc="-51" strike="noStrike">
                <a:solidFill>
                  <a:srgbClr val="93A3B8"/>
                </a:solidFill>
                <a:effectLst/>
                <a:uFillTx/>
                <a:latin typeface="Arial MT"/>
              </a:rPr>
              <a:t>	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través</a:t>
            </a:r>
            <a:r>
              <a:rPr lang="es-ES" sz="1150" b="0" u="none" spc="-4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150" b="0" u="none" spc="-3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las</a:t>
            </a:r>
            <a:r>
              <a:rPr lang="es-ES" sz="1150" b="0" u="none" spc="-3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utilidades</a:t>
            </a:r>
            <a:r>
              <a:rPr lang="es-ES" sz="1150" b="0" u="none" spc="-3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profesionales</a:t>
            </a:r>
            <a:r>
              <a:rPr lang="es-ES" sz="1150" b="0" u="none" spc="-45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1" u="none" strike="noStrike">
                <a:solidFill>
                  <a:srgbClr val="93A3B8"/>
                </a:solidFill>
                <a:effectLst/>
                <a:uFillTx/>
                <a:latin typeface="Arial"/>
              </a:rPr>
              <a:t>ClamAV</a:t>
            </a:r>
            <a:r>
              <a:rPr lang="es-ES" sz="1150" b="1" u="none" spc="-34" strike="noStrike">
                <a:solidFill>
                  <a:srgbClr val="93A3B8"/>
                </a:solidFill>
                <a:effectLst/>
                <a:uFillTx/>
                <a:latin typeface="Arial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y</a:t>
            </a:r>
            <a:r>
              <a:rPr lang="es-ES" sz="1150" b="0" u="none" spc="-3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1" u="none" strike="noStrike">
                <a:solidFill>
                  <a:srgbClr val="93A3B8"/>
                </a:solidFill>
                <a:effectLst/>
                <a:uFillTx/>
                <a:latin typeface="Arial"/>
              </a:rPr>
              <a:t>Chkrootkit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,</a:t>
            </a:r>
            <a:r>
              <a:rPr lang="es-ES" sz="1150" b="0" u="none" spc="-3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arrojando</a:t>
            </a:r>
            <a:r>
              <a:rPr lang="es-ES" sz="1150" b="0" u="none" spc="-3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un </a:t>
            </a:r>
            <a:r>
              <a:rPr lang="es-ES" sz="115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	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resultado</a:t>
            </a:r>
            <a:r>
              <a:rPr lang="es-ES" sz="1150" b="0" u="none" spc="-20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limpio</a:t>
            </a:r>
            <a:r>
              <a:rPr lang="es-ES" sz="11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(0</a:t>
            </a:r>
            <a:r>
              <a:rPr lang="es-ES" sz="11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malware</a:t>
            </a:r>
            <a:r>
              <a:rPr lang="es-ES" sz="11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/</a:t>
            </a:r>
            <a:r>
              <a:rPr lang="es-ES" sz="11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0</a:t>
            </a:r>
            <a:r>
              <a:rPr lang="es-ES" sz="11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infecciones).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90160" indent="-226800" algn="l">
              <a:lnSpc>
                <a:spcPct val="131000"/>
              </a:lnSpc>
              <a:spcBef>
                <a:spcPts val="805"/>
              </a:spcBef>
              <a:buClr>
                <a:srgbClr val="3B82F6"/>
              </a:buClr>
              <a:buSzPct val="45000"/>
              <a:buFont typeface="Yu Gothic"/>
              <a:buChar char="✓"/>
              <a:tabLst>
                <a:tab pos="291960" algn="l"/>
              </a:tabLst>
            </a:pPr>
            <a:r>
              <a:rPr lang="es-ES" sz="1150" b="1" u="none" strike="noStrike">
                <a:solidFill>
                  <a:srgbClr val="93A3B8"/>
                </a:solidFill>
                <a:effectLst/>
                <a:uFillTx/>
                <a:latin typeface="Arial"/>
              </a:rPr>
              <a:t>Mitigación</a:t>
            </a:r>
            <a:r>
              <a:rPr lang="es-ES" sz="1150" b="1" u="none" spc="-14" strike="noStrike">
                <a:solidFill>
                  <a:srgbClr val="93A3B8"/>
                </a:solidFill>
                <a:effectLst/>
                <a:uFillTx/>
                <a:latin typeface="Arial"/>
              </a:rPr>
              <a:t> </a:t>
            </a:r>
            <a:r>
              <a:rPr lang="es-ES" sz="1150" b="1" u="none" strike="noStrike">
                <a:solidFill>
                  <a:srgbClr val="93A3B8"/>
                </a:solidFill>
                <a:effectLst/>
                <a:uFillTx/>
                <a:latin typeface="Arial"/>
              </a:rPr>
              <a:t>de</a:t>
            </a:r>
            <a:r>
              <a:rPr lang="es-ES" sz="1150" b="1" u="none" spc="-14" strike="noStrike">
                <a:solidFill>
                  <a:srgbClr val="93A3B8"/>
                </a:solidFill>
                <a:effectLst/>
                <a:uFillTx/>
                <a:latin typeface="Arial"/>
              </a:rPr>
              <a:t> </a:t>
            </a:r>
            <a:r>
              <a:rPr lang="es-ES" sz="1150" b="1" u="none" strike="noStrike">
                <a:solidFill>
                  <a:srgbClr val="93A3B8"/>
                </a:solidFill>
                <a:effectLst/>
                <a:uFillTx/>
                <a:latin typeface="Arial"/>
              </a:rPr>
              <a:t>la</a:t>
            </a:r>
            <a:r>
              <a:rPr lang="es-ES" sz="1150" b="1" u="none" spc="-14" strike="noStrike">
                <a:solidFill>
                  <a:srgbClr val="93A3B8"/>
                </a:solidFill>
                <a:effectLst/>
                <a:uFillTx/>
                <a:latin typeface="Arial"/>
              </a:rPr>
              <a:t> </a:t>
            </a:r>
            <a:r>
              <a:rPr lang="es-ES" sz="1150" b="1" u="none" strike="noStrike">
                <a:solidFill>
                  <a:srgbClr val="93A3B8"/>
                </a:solidFill>
                <a:effectLst/>
                <a:uFillTx/>
                <a:latin typeface="Arial"/>
              </a:rPr>
              <a:t>Capa</a:t>
            </a:r>
            <a:r>
              <a:rPr lang="es-ES" sz="1150" b="1" u="none" spc="-14" strike="noStrike">
                <a:solidFill>
                  <a:srgbClr val="93A3B8"/>
                </a:solidFill>
                <a:effectLst/>
                <a:uFillTx/>
                <a:latin typeface="Arial"/>
              </a:rPr>
              <a:t> </a:t>
            </a:r>
            <a:r>
              <a:rPr lang="es-ES" sz="1150" b="1" u="none" strike="noStrike">
                <a:solidFill>
                  <a:srgbClr val="93A3B8"/>
                </a:solidFill>
                <a:effectLst/>
                <a:uFillTx/>
                <a:latin typeface="Arial"/>
              </a:rPr>
              <a:t>Web:</a:t>
            </a:r>
            <a:r>
              <a:rPr lang="es-ES" sz="1150" b="1" u="none" spc="-14" strike="noStrike">
                <a:solidFill>
                  <a:srgbClr val="93A3B8"/>
                </a:solidFill>
                <a:effectLst/>
                <a:uFillTx/>
                <a:latin typeface="Arial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Corrección</a:t>
            </a:r>
            <a:r>
              <a:rPr lang="es-ES" sz="11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drástica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1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permisos</a:t>
            </a:r>
            <a:r>
              <a:rPr lang="es-ES" sz="11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15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archivos 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	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configuración</a:t>
            </a:r>
            <a:r>
              <a:rPr lang="es-ES" sz="1150" b="0" u="none" spc="-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aplicando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Courier New"/>
              </a:rPr>
              <a:t>chmod</a:t>
            </a:r>
            <a:r>
              <a:rPr lang="es-ES" sz="1150" b="0" u="none" spc="-14" strike="noStrike">
                <a:solidFill>
                  <a:srgbClr val="93A3B8"/>
                </a:solidFill>
                <a:effectLst/>
                <a:uFillTx/>
                <a:latin typeface="Courier New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Courier New"/>
              </a:rPr>
              <a:t>600</a:t>
            </a:r>
            <a:r>
              <a:rPr lang="es-ES" sz="1150" b="0" u="none" spc="-374" strike="noStrike">
                <a:solidFill>
                  <a:srgbClr val="93A3B8"/>
                </a:solidFill>
                <a:effectLst/>
                <a:uFillTx/>
                <a:latin typeface="Courier New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y</a:t>
            </a:r>
            <a:r>
              <a:rPr lang="es-ES" sz="1150" b="0" u="none" spc="-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desactivación de</a:t>
            </a:r>
            <a:r>
              <a:rPr lang="es-ES" sz="1150" b="0" u="none" spc="-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la</a:t>
            </a:r>
            <a:r>
              <a:rPr lang="es-ES" sz="1150" b="0" u="none" spc="-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indexación 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	</a:t>
            </a:r>
            <a:r>
              <a:rPr lang="es-ES" sz="115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visual en </a:t>
            </a:r>
            <a:r>
              <a:rPr lang="es-ES" sz="115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Apache.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60" name=""/>
          <p:cNvPicPr/>
          <p:nvPr/>
        </p:nvPicPr>
        <p:blipFill>
          <a:blip r:embed="rId1"/>
          <a:stretch/>
        </p:blipFill>
        <p:spPr>
          <a:xfrm>
            <a:off x="3092760" y="4320000"/>
            <a:ext cx="4826880" cy="197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Pituss2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645AAD-3E83-470A-95A2-7BDE0DF6F0B1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object 2"/>
          <p:cNvPicPr/>
          <p:nvPr/>
        </p:nvPicPr>
        <p:blipFill>
          <a:blip r:embed="rId1"/>
          <a:stretch/>
        </p:blipFill>
        <p:spPr>
          <a:xfrm>
            <a:off x="0" y="0"/>
            <a:ext cx="10691280" cy="755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object 3"/>
          <p:cNvSpPr/>
          <p:nvPr/>
        </p:nvSpPr>
        <p:spPr>
          <a:xfrm>
            <a:off x="3186000" y="3603240"/>
            <a:ext cx="4320000" cy="8640"/>
          </a:xfrm>
          <a:custGeom>
            <a:avLst/>
            <a:gdLst>
              <a:gd name="textAreaLeft" fmla="*/ 0 w 4320000"/>
              <a:gd name="textAreaRight" fmla="*/ 4320720 w 4320000"/>
              <a:gd name="textAreaTop" fmla="*/ 0 h 8640"/>
              <a:gd name="textAreaBottom" fmla="*/ 9360 h 8640"/>
            </a:gdLst>
            <a:ahLst/>
            <a:cxnLst/>
            <a:rect l="textAreaLeft" t="textAreaTop" r="textAreaRight" b="textAreaBottom"/>
            <a:pathLst>
              <a:path w="4320540" h="9525">
                <a:moveTo>
                  <a:pt x="4320000" y="9525"/>
                </a:moveTo>
                <a:lnTo>
                  <a:pt x="0" y="9525"/>
                </a:lnTo>
                <a:lnTo>
                  <a:pt x="0" y="0"/>
                </a:lnTo>
                <a:lnTo>
                  <a:pt x="4320000" y="0"/>
                </a:lnTo>
                <a:lnTo>
                  <a:pt x="4320000" y="9525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2320560" y="1419840"/>
            <a:ext cx="6051600" cy="1680480"/>
          </a:xfrm>
          <a:prstGeom prst="rect">
            <a:avLst/>
          </a:prstGeom>
          <a:noFill/>
          <a:ln w="0">
            <a:noFill/>
          </a:ln>
        </p:spPr>
        <p:txBody>
          <a:bodyPr lIns="0" tIns="255960" rIns="0" bIns="0" anchor="t">
            <a:spAutoFit/>
          </a:bodyPr>
          <a:p>
            <a:pPr indent="0" algn="ctr">
              <a:lnSpc>
                <a:spcPct val="100000"/>
              </a:lnSpc>
              <a:spcBef>
                <a:spcPts val="2013"/>
              </a:spcBef>
              <a:buNone/>
              <a:tabLst>
                <a:tab pos="0" algn="l"/>
              </a:tabLst>
            </a:pPr>
            <a:r>
              <a:rPr lang="es-ES" sz="3600" b="1" u="none" strike="noStrike">
                <a:solidFill>
                  <a:srgbClr val="BDF264"/>
                </a:solidFill>
                <a:effectLst/>
                <a:uFillTx/>
                <a:latin typeface="Arial"/>
              </a:rPr>
              <a:t>Preguntas</a:t>
            </a:r>
            <a:r>
              <a:rPr lang="es-ES" sz="3600" b="1" u="none" spc="-31" strike="noStrike">
                <a:solidFill>
                  <a:srgbClr val="BDF264"/>
                </a:solidFill>
                <a:effectLst/>
                <a:uFillTx/>
                <a:latin typeface="Arial"/>
              </a:rPr>
              <a:t> </a:t>
            </a:r>
            <a:r>
              <a:rPr lang="es-ES" sz="3600" b="1" u="none" strike="noStrike">
                <a:solidFill>
                  <a:srgbClr val="BDF264"/>
                </a:solidFill>
                <a:effectLst/>
                <a:uFillTx/>
                <a:latin typeface="Arial"/>
              </a:rPr>
              <a:t>y</a:t>
            </a:r>
            <a:r>
              <a:rPr lang="es-ES" sz="3600" b="1" u="none" spc="-31" strike="noStrike">
                <a:solidFill>
                  <a:srgbClr val="BDF264"/>
                </a:solidFill>
                <a:effectLst/>
                <a:uFillTx/>
                <a:latin typeface="Arial"/>
              </a:rPr>
              <a:t> </a:t>
            </a:r>
            <a:r>
              <a:rPr lang="es-ES" sz="3600" b="1" u="none" spc="-11" strike="noStrike">
                <a:solidFill>
                  <a:srgbClr val="BDF264"/>
                </a:solidFill>
                <a:effectLst/>
                <a:uFillTx/>
                <a:latin typeface="Arial"/>
              </a:rPr>
              <a:t>Respuestas</a:t>
            </a:r>
            <a:endParaRPr lang="es-E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240" indent="0" algn="ctr">
              <a:lnSpc>
                <a:spcPct val="133000"/>
              </a:lnSpc>
              <a:spcBef>
                <a:spcPts val="190"/>
              </a:spcBef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Aclaración</a:t>
            </a:r>
            <a:r>
              <a:rPr lang="es-ES" sz="140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4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técnica</a:t>
            </a:r>
            <a:r>
              <a:rPr lang="es-ES" sz="140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4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del</a:t>
            </a:r>
            <a:r>
              <a:rPr lang="es-ES" sz="140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4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incidente</a:t>
            </a:r>
            <a:r>
              <a:rPr lang="es-ES" sz="140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4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forense,</a:t>
            </a:r>
            <a:r>
              <a:rPr lang="es-ES" sz="140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4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mitigación</a:t>
            </a:r>
            <a:r>
              <a:rPr lang="es-ES" sz="1400" b="0" u="none" spc="-14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400" b="0" u="none" spc="-26" strike="noStrike">
                <a:solidFill>
                  <a:srgbClr val="93A3B8"/>
                </a:solidFill>
                <a:effectLst/>
                <a:uFillTx/>
                <a:latin typeface="Arial MT"/>
              </a:rPr>
              <a:t>de </a:t>
            </a:r>
            <a:r>
              <a:rPr lang="es-ES" sz="14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vulnerabilidades</a:t>
            </a:r>
            <a:r>
              <a:rPr lang="es-ES" sz="140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4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y</a:t>
            </a:r>
            <a:r>
              <a:rPr lang="es-ES" sz="1400" b="0" u="none" spc="-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4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plan</a:t>
            </a:r>
            <a:r>
              <a:rPr lang="es-ES" sz="140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4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de</a:t>
            </a:r>
            <a:r>
              <a:rPr lang="es-ES" sz="1400" b="0" u="none" spc="-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400" b="0" u="none" strike="noStrike">
                <a:solidFill>
                  <a:srgbClr val="93A3B8"/>
                </a:solidFill>
                <a:effectLst/>
                <a:uFillTx/>
                <a:latin typeface="Arial MT"/>
              </a:rPr>
              <a:t>resiliencia</a:t>
            </a:r>
            <a:r>
              <a:rPr lang="es-ES" sz="1400" b="0" u="none" spc="-6" strike="noStrike">
                <a:solidFill>
                  <a:srgbClr val="93A3B8"/>
                </a:solidFill>
                <a:effectLst/>
                <a:uFillTx/>
                <a:latin typeface="Arial MT"/>
              </a:rPr>
              <a:t> </a:t>
            </a:r>
            <a:r>
              <a:rPr lang="es-ES" sz="1400" b="0" u="none" spc="-11" strike="noStrike">
                <a:solidFill>
                  <a:srgbClr val="93A3B8"/>
                </a:solidFill>
                <a:effectLst/>
                <a:uFillTx/>
                <a:latin typeface="Arial MT"/>
              </a:rPr>
              <a:t>ejecutado desde los diferentes informes (finalproyectdia20), (FinalBlueteam) 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4" name="object 5"/>
          <p:cNvSpPr/>
          <p:nvPr/>
        </p:nvSpPr>
        <p:spPr>
          <a:xfrm>
            <a:off x="3928680" y="3727080"/>
            <a:ext cx="2834640" cy="59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4920" rIns="0" bIns="0" anchor="t">
            <a:spAutoFit/>
          </a:bodyPr>
          <a:p>
            <a:pPr algn="ctr">
              <a:lnSpc>
                <a:spcPct val="100000"/>
              </a:lnSpc>
              <a:spcBef>
                <a:spcPts val="984"/>
              </a:spcBef>
            </a:pPr>
            <a:r>
              <a:rPr lang="es-E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Ivan</a:t>
            </a:r>
            <a:r>
              <a:rPr lang="es-ES" sz="1400" b="1" u="none" spc="-34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s-ES" sz="1400" b="1" u="none" spc="-11" strike="noStrike">
                <a:solidFill>
                  <a:srgbClr val="FFFFFF"/>
                </a:solidFill>
                <a:effectLst/>
                <a:uFillTx/>
                <a:latin typeface="Arial"/>
              </a:rPr>
              <a:t>Escamez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lang="es-ES" sz="1100" b="0" u="none" strike="noStrike">
                <a:solidFill>
                  <a:srgbClr val="64748A"/>
                </a:solidFill>
                <a:effectLst/>
                <a:uFillTx/>
                <a:latin typeface="Arial MT"/>
              </a:rPr>
              <a:t>Analista</a:t>
            </a:r>
            <a:r>
              <a:rPr lang="es-ES" sz="1100" b="0" u="none" spc="-14" strike="noStrike">
                <a:solidFill>
                  <a:srgbClr val="64748A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64748A"/>
                </a:solidFill>
                <a:effectLst/>
                <a:uFillTx/>
                <a:latin typeface="Arial MT"/>
              </a:rPr>
              <a:t>SOC</a:t>
            </a:r>
            <a:r>
              <a:rPr lang="es-ES" sz="1100" b="0" u="none" spc="-14" strike="noStrike">
                <a:solidFill>
                  <a:srgbClr val="64748A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64748A"/>
                </a:solidFill>
                <a:effectLst/>
                <a:uFillTx/>
                <a:latin typeface="Arial MT"/>
              </a:rPr>
              <a:t>&amp;</a:t>
            </a:r>
            <a:r>
              <a:rPr lang="es-ES" sz="1100" b="0" u="none" spc="-14" strike="noStrike">
                <a:solidFill>
                  <a:srgbClr val="64748A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pc="-11" strike="noStrike">
                <a:solidFill>
                  <a:srgbClr val="64748A"/>
                </a:solidFill>
                <a:effectLst/>
                <a:uFillTx/>
                <a:latin typeface="Arial MT"/>
              </a:rPr>
              <a:t>Pentester</a:t>
            </a:r>
            <a:r>
              <a:rPr lang="es-ES" sz="1100" b="0" u="none" spc="-14" strike="noStrike">
                <a:solidFill>
                  <a:srgbClr val="64748A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64748A"/>
                </a:solidFill>
                <a:effectLst/>
                <a:uFillTx/>
                <a:latin typeface="Arial MT"/>
              </a:rPr>
              <a:t>|</a:t>
            </a:r>
            <a:r>
              <a:rPr lang="es-ES" sz="1100" b="0" u="none" spc="-14" strike="noStrike">
                <a:solidFill>
                  <a:srgbClr val="64748A"/>
                </a:solidFill>
                <a:effectLst/>
                <a:uFillTx/>
                <a:latin typeface="Arial MT"/>
              </a:rPr>
              <a:t> </a:t>
            </a:r>
            <a:r>
              <a:rPr lang="es-ES" sz="1100" b="0" u="none" strike="noStrike">
                <a:solidFill>
                  <a:srgbClr val="64748A"/>
                </a:solidFill>
                <a:effectLst/>
                <a:uFillTx/>
                <a:latin typeface="Arial MT"/>
              </a:rPr>
              <a:t>4Geeks</a:t>
            </a:r>
            <a:r>
              <a:rPr lang="es-ES" sz="1100" b="0" u="none" spc="-11" strike="noStrike">
                <a:solidFill>
                  <a:srgbClr val="64748A"/>
                </a:solidFill>
                <a:effectLst/>
                <a:uFillTx/>
                <a:latin typeface="Arial MT"/>
              </a:rPr>
              <a:t> Academy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Pituss2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7D1422-6851-46B2-A3CB-C73C49326A8C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2026-05-19T12:58:26Z</dcterms:created>
  <dc:creator/>
  <dc:description/>
  <dc:language>es-ES</dc:language>
  <cp:lastModifiedBy/>
  <dcterms:modified xsi:type="dcterms:W3CDTF">2026-05-20T12:41:15Z</dcterms:modified>
  <cp:revision>5</cp:revision>
  <dc:subject/>
  <dc:title>Informe Forense Avanzado - Ivan Escamez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2026-05-19T00:00:00Z</vt:filetime>
  </property>
  <property fmtid="{D5CDD505-2E9C-101B-9397-08002B2CF9AE}" pid="3" name="LastSaved">
    <vt:filetime>2026-05-19T00:00:00Z</vt:filetime>
  </property>
  <property fmtid="{D5CDD505-2E9C-101B-9397-08002B2CF9AE}" pid="4" name="PresentationFormat">
    <vt:lpwstr>On-screen Show (4:3)</vt:lpwstr>
  </property>
  <property fmtid="{D5CDD505-2E9C-101B-9397-08002B2CF9AE}" pid="5" name="Producer">
    <vt:lpwstr>WeasyPrint 62.3</vt:lpwstr>
  </property>
</Properties>
</file>